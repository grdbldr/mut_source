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987" autoAdjust="0"/>
    <p:restoredTop sz="94660"/>
  </p:normalViewPr>
  <p:slideViewPr>
    <p:cSldViewPr snapToGrid="0">
      <p:cViewPr varScale="1">
        <p:scale>
          <a:sx n="110" d="100"/>
          <a:sy n="110" d="100"/>
        </p:scale>
        <p:origin x="492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3EB7C5-2CFE-F1EF-C377-E39A77CC183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C90F654-CE1A-052B-4B81-FF0CF4BA5FC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C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FB34A85-76D5-1ED7-A686-BA25BD4A870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02952F-C7AB-4AFF-9FC5-A749A9EE3ED4}" type="datetimeFigureOut">
              <a:rPr lang="en-CA" smtClean="0"/>
              <a:t>2025-11-07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C1BC59A-F220-DBED-1050-03735B01AF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C97ACBC-8FA0-6C1F-7DCA-BBF2B9D5C0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CFEC20-2D34-4CFA-BA7B-D73E803A9376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69078103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2C29C5-4C5E-C6E3-6998-1248CB5F7C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0EA022F-FDB0-C15D-FA4A-B6083DA3790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D9DD5BB-9576-8B67-4813-48CF3C3B1F9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02952F-C7AB-4AFF-9FC5-A749A9EE3ED4}" type="datetimeFigureOut">
              <a:rPr lang="en-CA" smtClean="0"/>
              <a:t>2025-11-07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1C6907B-69E3-3475-C190-E18483B57B9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58BCEDD-5A50-308A-CFC5-048481E422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CFEC20-2D34-4CFA-BA7B-D73E803A9376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42993486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2A0ED4-DDF5-19F3-A2D9-5E266F6C371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E6C0187-702E-CC1D-D744-DEE35C18609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8B4BDAC-83A3-3767-62E4-CBA757E8163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02952F-C7AB-4AFF-9FC5-A749A9EE3ED4}" type="datetimeFigureOut">
              <a:rPr lang="en-CA" smtClean="0"/>
              <a:t>2025-11-07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11CC0CF-DCDB-9394-DDB3-D5B01E018E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9C47A8A-CB61-3D54-CD15-9BDF79F34F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CFEC20-2D34-4CFA-BA7B-D73E803A9376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408891439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7286C4-9D5E-80CA-1191-502846FBBDB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FA76835-F0A8-D71E-B46A-635455E1E0D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3C21203-BD57-FB18-F2A7-29A62348FFF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8F9BF83-9499-4D93-CB0B-A8E47E39DC3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02952F-C7AB-4AFF-9FC5-A749A9EE3ED4}" type="datetimeFigureOut">
              <a:rPr lang="en-CA" smtClean="0"/>
              <a:t>2025-11-07</a:t>
            </a:fld>
            <a:endParaRPr lang="en-CA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5ECD963-FAB9-9973-DAE6-089FB2756CF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F77C541-54CE-4D2B-C610-91DEF6BF89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CFEC20-2D34-4CFA-BA7B-D73E803A9376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78942223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4C67E6-FF0A-E558-1593-8F5F58940EE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DF27A25-DA56-72AF-4A80-7E9917A5975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8948D64-6653-8588-A5BF-41DFFF08A15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D93D323E-4A13-B75C-667E-34841565C6C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E436F1BD-91B4-A999-6A47-951F0EDE907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6C9DA175-559E-E616-5B84-46306AFA4E1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02952F-C7AB-4AFF-9FC5-A749A9EE3ED4}" type="datetimeFigureOut">
              <a:rPr lang="en-CA" smtClean="0"/>
              <a:t>2025-11-07</a:t>
            </a:fld>
            <a:endParaRPr lang="en-CA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8D7EE12B-107B-4F0A-26C1-1F50A457B1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6EBF34E3-A370-8646-7782-0276090B14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CFEC20-2D34-4CFA-BA7B-D73E803A9376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25695928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C9FA69-CB3B-D420-8189-3062CCFFFAB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152CA2D-B34B-BF04-0618-B002C9840F1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02952F-C7AB-4AFF-9FC5-A749A9EE3ED4}" type="datetimeFigureOut">
              <a:rPr lang="en-CA" smtClean="0"/>
              <a:t>2025-11-07</a:t>
            </a:fld>
            <a:endParaRPr lang="en-CA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39F24E0-777E-4D2C-5D4C-893F100B3C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F06836B-A857-E7BD-8B20-F5E4DA5D4D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CFEC20-2D34-4CFA-BA7B-D73E803A9376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85471570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BE6F4A03-A8D2-5E6E-36FC-8DDF86C8F75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02952F-C7AB-4AFF-9FC5-A749A9EE3ED4}" type="datetimeFigureOut">
              <a:rPr lang="en-CA" smtClean="0"/>
              <a:t>2025-11-07</a:t>
            </a:fld>
            <a:endParaRPr lang="en-CA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CFAF2CD-3BE2-E1CB-DFFF-50C4840A3D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5E58A23-DB07-594E-2E37-CE41E151B2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CFEC20-2D34-4CFA-BA7B-D73E803A9376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37449344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88D6BF2-76B0-3409-0075-5D8AD44E864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F8522EA-F8DC-9613-B5D2-4AFE15A6EDB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34A753C-267E-ECB0-5447-87D615E7342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B7C4917-DABC-89FD-CCEF-FB85116FB20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02952F-C7AB-4AFF-9FC5-A749A9EE3ED4}" type="datetimeFigureOut">
              <a:rPr lang="en-CA" smtClean="0"/>
              <a:t>2025-11-07</a:t>
            </a:fld>
            <a:endParaRPr lang="en-CA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61E825C-D4E8-97C0-148F-9862E2D55E3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3208623-0C80-53E2-991B-A75A9FC240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CFEC20-2D34-4CFA-BA7B-D73E803A9376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5651222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AEFE53E-3EF9-9F8B-56EA-4CFDD93E13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8DBCA14F-C61B-0F5F-4654-91538F7C5B8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CA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C36DDA2-A3B7-F8E3-0E2D-1056678FCE0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ADE23AC-881C-64F1-B35B-25F21273628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02952F-C7AB-4AFF-9FC5-A749A9EE3ED4}" type="datetimeFigureOut">
              <a:rPr lang="en-CA" smtClean="0"/>
              <a:t>2025-11-07</a:t>
            </a:fld>
            <a:endParaRPr lang="en-CA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549A2CE-6E45-20F6-295A-9109E46737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0D99661-32E0-C58B-2A18-CF31E54767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CFEC20-2D34-4CFA-BA7B-D73E803A9376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55886357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280681-197B-4D1B-F57A-126199F23ED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F8D0522-2A56-95A5-12D8-BE027220F26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7293D47-8512-806D-1869-FB90235AB9B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02952F-C7AB-4AFF-9FC5-A749A9EE3ED4}" type="datetimeFigureOut">
              <a:rPr lang="en-CA" smtClean="0"/>
              <a:t>2025-11-07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FC58D00-BEF5-1F5F-8FC7-40460FEB1A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5F67E4B-92A1-8C37-2F92-159B9EEA0B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CFEC20-2D34-4CFA-BA7B-D73E803A9376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01666697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91846542-5892-6325-71B1-F01950ECE98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09DBADC-17D7-2612-34AC-A293C48A53F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5DB7CFC-50A4-5820-A23E-87D5CBAC2E8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02952F-C7AB-4AFF-9FC5-A749A9EE3ED4}" type="datetimeFigureOut">
              <a:rPr lang="en-CA" smtClean="0"/>
              <a:t>2025-11-07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127D397-0D61-C7CA-28E0-0DF899F9590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245F9AB-4103-67C6-52D5-3E06B45DBE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CFEC20-2D34-4CFA-BA7B-D73E803A9376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88096642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87D372DE-C4E7-E160-1657-355FEA240D3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AE1CA10-231C-E33F-10DD-2E2EFE0CC56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89DF10A-1891-9A37-A075-43B98E80317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802952F-C7AB-4AFF-9FC5-A749A9EE3ED4}" type="datetimeFigureOut">
              <a:rPr lang="en-CA" smtClean="0"/>
              <a:t>2025-11-07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57FA737-B408-0402-2D2D-F742A363CCB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55EA220-B08E-E77B-BB3B-8008A6BFEA3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2CFEC20-2D34-4CFA-BA7B-D73E803A9376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6436901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>
            <a:extLst>
              <a:ext uri="{FF2B5EF4-FFF2-40B4-BE49-F238E27FC236}">
                <a16:creationId xmlns:a16="http://schemas.microsoft.com/office/drawing/2014/main" id="{6B756037-7DA9-0D67-5CCF-C20AC6B457BF}"/>
              </a:ext>
            </a:extLst>
          </p:cNvPr>
          <p:cNvGrpSpPr/>
          <p:nvPr/>
        </p:nvGrpSpPr>
        <p:grpSpPr>
          <a:xfrm>
            <a:off x="750131" y="680940"/>
            <a:ext cx="11118197" cy="5287113"/>
            <a:chOff x="750131" y="680940"/>
            <a:chExt cx="11118197" cy="5287113"/>
          </a:xfrm>
        </p:grpSpPr>
        <p:pic>
          <p:nvPicPr>
            <p:cNvPr id="5" name="Picture 4">
              <a:extLst>
                <a:ext uri="{FF2B5EF4-FFF2-40B4-BE49-F238E27FC236}">
                  <a16:creationId xmlns:a16="http://schemas.microsoft.com/office/drawing/2014/main" id="{6CA10048-684E-C8EC-75D2-EE2DB4184239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750131" y="1487307"/>
              <a:ext cx="4334480" cy="3238952"/>
            </a:xfrm>
            <a:prstGeom prst="rect">
              <a:avLst/>
            </a:prstGeom>
            <a:ln>
              <a:solidFill>
                <a:schemeClr val="tx1"/>
              </a:solidFill>
            </a:ln>
          </p:spPr>
        </p:pic>
        <p:pic>
          <p:nvPicPr>
            <p:cNvPr id="7" name="Picture 6">
              <a:extLst>
                <a:ext uri="{FF2B5EF4-FFF2-40B4-BE49-F238E27FC236}">
                  <a16:creationId xmlns:a16="http://schemas.microsoft.com/office/drawing/2014/main" id="{673C2A7B-B96D-DE83-5FB6-AE0ACA27A0B9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5409477" y="680940"/>
              <a:ext cx="6458851" cy="5287113"/>
            </a:xfrm>
            <a:prstGeom prst="rect">
              <a:avLst/>
            </a:prstGeom>
            <a:ln>
              <a:solidFill>
                <a:schemeClr val="tx1"/>
              </a:solidFill>
            </a:ln>
          </p:spPr>
        </p:pic>
        <p:sp>
          <p:nvSpPr>
            <p:cNvPr id="8" name="Oval 7">
              <a:extLst>
                <a:ext uri="{FF2B5EF4-FFF2-40B4-BE49-F238E27FC236}">
                  <a16:creationId xmlns:a16="http://schemas.microsoft.com/office/drawing/2014/main" id="{DC166562-6606-F9A7-333A-68DEE80978CF}"/>
                </a:ext>
              </a:extLst>
            </p:cNvPr>
            <p:cNvSpPr/>
            <p:nvPr/>
          </p:nvSpPr>
          <p:spPr>
            <a:xfrm>
              <a:off x="5409477" y="1487307"/>
              <a:ext cx="2506614" cy="463412"/>
            </a:xfrm>
            <a:prstGeom prst="ellipse">
              <a:avLst/>
            </a:prstGeom>
            <a:noFill/>
            <a:ln w="47625">
              <a:solidFill>
                <a:schemeClr val="accent2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A"/>
            </a:p>
          </p:txBody>
        </p:sp>
      </p:grpSp>
    </p:spTree>
    <p:extLst>
      <p:ext uri="{BB962C8B-B14F-4D97-AF65-F5344CB8AC3E}">
        <p14:creationId xmlns:p14="http://schemas.microsoft.com/office/powerpoint/2010/main" val="333270154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B6681F90-693B-F521-8F0B-8CC58514EB9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75809" y="923575"/>
            <a:ext cx="8640381" cy="5010849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4" name="Oval 3">
            <a:extLst>
              <a:ext uri="{FF2B5EF4-FFF2-40B4-BE49-F238E27FC236}">
                <a16:creationId xmlns:a16="http://schemas.microsoft.com/office/drawing/2014/main" id="{63B0257A-8A41-8265-9FD3-39C94E6ED037}"/>
              </a:ext>
            </a:extLst>
          </p:cNvPr>
          <p:cNvSpPr/>
          <p:nvPr/>
        </p:nvSpPr>
        <p:spPr>
          <a:xfrm>
            <a:off x="1854925" y="1374102"/>
            <a:ext cx="1254035" cy="271824"/>
          </a:xfrm>
          <a:prstGeom prst="ellipse">
            <a:avLst/>
          </a:prstGeom>
          <a:noFill/>
          <a:ln w="47625"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44418446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3">
            <a:extLst>
              <a:ext uri="{FF2B5EF4-FFF2-40B4-BE49-F238E27FC236}">
                <a16:creationId xmlns:a16="http://schemas.microsoft.com/office/drawing/2014/main" id="{208EFF37-5A4D-60AC-7C18-68577A044819}"/>
              </a:ext>
            </a:extLst>
          </p:cNvPr>
          <p:cNvGrpSpPr/>
          <p:nvPr/>
        </p:nvGrpSpPr>
        <p:grpSpPr>
          <a:xfrm>
            <a:off x="756925" y="648106"/>
            <a:ext cx="11034480" cy="5287113"/>
            <a:chOff x="756925" y="648106"/>
            <a:chExt cx="11034480" cy="5287113"/>
          </a:xfrm>
        </p:grpSpPr>
        <p:pic>
          <p:nvPicPr>
            <p:cNvPr id="3" name="Picture 2">
              <a:extLst>
                <a:ext uri="{FF2B5EF4-FFF2-40B4-BE49-F238E27FC236}">
                  <a16:creationId xmlns:a16="http://schemas.microsoft.com/office/drawing/2014/main" id="{D6AB24E3-C7AD-AF95-37B4-10D75550BE85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5332554" y="648106"/>
              <a:ext cx="6458851" cy="5287113"/>
            </a:xfrm>
            <a:prstGeom prst="rect">
              <a:avLst/>
            </a:prstGeom>
          </p:spPr>
        </p:pic>
        <p:pic>
          <p:nvPicPr>
            <p:cNvPr id="11" name="Picture 10">
              <a:extLst>
                <a:ext uri="{FF2B5EF4-FFF2-40B4-BE49-F238E27FC236}">
                  <a16:creationId xmlns:a16="http://schemas.microsoft.com/office/drawing/2014/main" id="{D2C8BBFA-6615-1D06-3953-B3B923ED3381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756925" y="1395180"/>
              <a:ext cx="4467849" cy="3324689"/>
            </a:xfrm>
            <a:prstGeom prst="rect">
              <a:avLst/>
            </a:prstGeom>
            <a:ln>
              <a:solidFill>
                <a:schemeClr val="tx1"/>
              </a:solidFill>
            </a:ln>
          </p:spPr>
        </p:pic>
        <p:sp>
          <p:nvSpPr>
            <p:cNvPr id="6" name="Oval 5">
              <a:extLst>
                <a:ext uri="{FF2B5EF4-FFF2-40B4-BE49-F238E27FC236}">
                  <a16:creationId xmlns:a16="http://schemas.microsoft.com/office/drawing/2014/main" id="{D328D2EF-9F5D-0904-6046-9A0FA26CFAA2}"/>
                </a:ext>
              </a:extLst>
            </p:cNvPr>
            <p:cNvSpPr/>
            <p:nvPr/>
          </p:nvSpPr>
          <p:spPr>
            <a:xfrm>
              <a:off x="5409477" y="1533525"/>
              <a:ext cx="1734273" cy="323850"/>
            </a:xfrm>
            <a:prstGeom prst="ellipse">
              <a:avLst/>
            </a:prstGeom>
            <a:noFill/>
            <a:ln w="47625">
              <a:solidFill>
                <a:schemeClr val="accent2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A"/>
            </a:p>
          </p:txBody>
        </p:sp>
      </p:grpSp>
    </p:spTree>
    <p:extLst>
      <p:ext uri="{BB962C8B-B14F-4D97-AF65-F5344CB8AC3E}">
        <p14:creationId xmlns:p14="http://schemas.microsoft.com/office/powerpoint/2010/main" val="224799681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>
            <a:extLst>
              <a:ext uri="{FF2B5EF4-FFF2-40B4-BE49-F238E27FC236}">
                <a16:creationId xmlns:a16="http://schemas.microsoft.com/office/drawing/2014/main" id="{6BFD0631-648F-84D1-70DB-D514B9F72C84}"/>
              </a:ext>
            </a:extLst>
          </p:cNvPr>
          <p:cNvGrpSpPr/>
          <p:nvPr/>
        </p:nvGrpSpPr>
        <p:grpSpPr>
          <a:xfrm>
            <a:off x="1630600" y="1132114"/>
            <a:ext cx="9955752" cy="4372160"/>
            <a:chOff x="1630600" y="1132114"/>
            <a:chExt cx="9955752" cy="4372160"/>
          </a:xfrm>
        </p:grpSpPr>
        <p:pic>
          <p:nvPicPr>
            <p:cNvPr id="4" name="Picture 3">
              <a:extLst>
                <a:ext uri="{FF2B5EF4-FFF2-40B4-BE49-F238E27FC236}">
                  <a16:creationId xmlns:a16="http://schemas.microsoft.com/office/drawing/2014/main" id="{536FA6F4-CECA-E436-C331-4AE3AF99AD2B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5028112" y="1132114"/>
              <a:ext cx="6558240" cy="4372160"/>
            </a:xfrm>
            <a:prstGeom prst="rect">
              <a:avLst/>
            </a:prstGeom>
          </p:spPr>
        </p:pic>
        <p:pic>
          <p:nvPicPr>
            <p:cNvPr id="6" name="Picture 5">
              <a:extLst>
                <a:ext uri="{FF2B5EF4-FFF2-40B4-BE49-F238E27FC236}">
                  <a16:creationId xmlns:a16="http://schemas.microsoft.com/office/drawing/2014/main" id="{935E1433-C52F-84F4-2E93-AA8DF65D301D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1630600" y="1912576"/>
              <a:ext cx="3096057" cy="2562583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113805203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" name="Group 11">
            <a:extLst>
              <a:ext uri="{FF2B5EF4-FFF2-40B4-BE49-F238E27FC236}">
                <a16:creationId xmlns:a16="http://schemas.microsoft.com/office/drawing/2014/main" id="{D942FCD3-54D4-C5CE-877D-922201817BDB}"/>
              </a:ext>
            </a:extLst>
          </p:cNvPr>
          <p:cNvGrpSpPr/>
          <p:nvPr/>
        </p:nvGrpSpPr>
        <p:grpSpPr>
          <a:xfrm>
            <a:off x="478515" y="1475847"/>
            <a:ext cx="3457631" cy="3087244"/>
            <a:chOff x="452389" y="785893"/>
            <a:chExt cx="3457631" cy="3087244"/>
          </a:xfrm>
        </p:grpSpPr>
        <p:pic>
          <p:nvPicPr>
            <p:cNvPr id="3" name="Picture 2">
              <a:extLst>
                <a:ext uri="{FF2B5EF4-FFF2-40B4-BE49-F238E27FC236}">
                  <a16:creationId xmlns:a16="http://schemas.microsoft.com/office/drawing/2014/main" id="{3C4B3E48-8CAB-657F-E9FE-27116E631788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452389" y="785893"/>
              <a:ext cx="3457631" cy="1504940"/>
            </a:xfrm>
            <a:prstGeom prst="rect">
              <a:avLst/>
            </a:prstGeom>
          </p:spPr>
        </p:pic>
        <p:pic>
          <p:nvPicPr>
            <p:cNvPr id="5" name="Picture 4">
              <a:extLst>
                <a:ext uri="{FF2B5EF4-FFF2-40B4-BE49-F238E27FC236}">
                  <a16:creationId xmlns:a16="http://schemas.microsoft.com/office/drawing/2014/main" id="{6B11DD0F-5FB3-BFA2-6A33-351F040CC908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515558" y="2629385"/>
              <a:ext cx="2860630" cy="1243752"/>
            </a:xfrm>
            <a:prstGeom prst="rect">
              <a:avLst/>
            </a:prstGeom>
          </p:spPr>
        </p:pic>
        <p:sp>
          <p:nvSpPr>
            <p:cNvPr id="8" name="Oval 7">
              <a:extLst>
                <a:ext uri="{FF2B5EF4-FFF2-40B4-BE49-F238E27FC236}">
                  <a16:creationId xmlns:a16="http://schemas.microsoft.com/office/drawing/2014/main" id="{2B405B02-75BA-98B1-6B24-B4961222365C}"/>
                </a:ext>
              </a:extLst>
            </p:cNvPr>
            <p:cNvSpPr/>
            <p:nvPr/>
          </p:nvSpPr>
          <p:spPr>
            <a:xfrm>
              <a:off x="625753" y="1153015"/>
              <a:ext cx="516332" cy="498131"/>
            </a:xfrm>
            <a:prstGeom prst="ellipse">
              <a:avLst/>
            </a:prstGeom>
            <a:noFill/>
            <a:ln w="47625">
              <a:solidFill>
                <a:schemeClr val="accent2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A"/>
            </a:p>
          </p:txBody>
        </p:sp>
        <p:sp>
          <p:nvSpPr>
            <p:cNvPr id="9" name="Oval 8">
              <a:extLst>
                <a:ext uri="{FF2B5EF4-FFF2-40B4-BE49-F238E27FC236}">
                  <a16:creationId xmlns:a16="http://schemas.microsoft.com/office/drawing/2014/main" id="{20008A35-F1B0-2EAA-0900-937FC4971E94}"/>
                </a:ext>
              </a:extLst>
            </p:cNvPr>
            <p:cNvSpPr/>
            <p:nvPr/>
          </p:nvSpPr>
          <p:spPr>
            <a:xfrm>
              <a:off x="934913" y="2672673"/>
              <a:ext cx="516332" cy="498131"/>
            </a:xfrm>
            <a:prstGeom prst="ellipse">
              <a:avLst/>
            </a:prstGeom>
            <a:noFill/>
            <a:ln w="47625">
              <a:solidFill>
                <a:schemeClr val="accent2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A"/>
            </a:p>
          </p:txBody>
        </p:sp>
      </p:grpSp>
      <p:pic>
        <p:nvPicPr>
          <p:cNvPr id="15" name="Picture 14">
            <a:extLst>
              <a:ext uri="{FF2B5EF4-FFF2-40B4-BE49-F238E27FC236}">
                <a16:creationId xmlns:a16="http://schemas.microsoft.com/office/drawing/2014/main" id="{EE741AE2-950A-C605-A52C-6AA76F6189A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08105" y="151943"/>
            <a:ext cx="3517721" cy="5735052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173C81AC-CB64-FA65-A5A4-7F568B2D7B6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109510" y="1534810"/>
            <a:ext cx="4146346" cy="29693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0125323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" name="Group 11">
            <a:extLst>
              <a:ext uri="{FF2B5EF4-FFF2-40B4-BE49-F238E27FC236}">
                <a16:creationId xmlns:a16="http://schemas.microsoft.com/office/drawing/2014/main" id="{F5B4107E-393D-9236-F928-1DDF6706D208}"/>
              </a:ext>
            </a:extLst>
          </p:cNvPr>
          <p:cNvGrpSpPr/>
          <p:nvPr/>
        </p:nvGrpSpPr>
        <p:grpSpPr>
          <a:xfrm>
            <a:off x="344678" y="1708105"/>
            <a:ext cx="11159346" cy="3731318"/>
            <a:chOff x="344678" y="1708105"/>
            <a:chExt cx="11159346" cy="3731318"/>
          </a:xfrm>
        </p:grpSpPr>
        <p:pic>
          <p:nvPicPr>
            <p:cNvPr id="9" name="Picture 8">
              <a:extLst>
                <a:ext uri="{FF2B5EF4-FFF2-40B4-BE49-F238E27FC236}">
                  <a16:creationId xmlns:a16="http://schemas.microsoft.com/office/drawing/2014/main" id="{51439334-008A-56CE-8E61-464D17239603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344678" y="1711847"/>
              <a:ext cx="7762581" cy="3727576"/>
            </a:xfrm>
            <a:prstGeom prst="rect">
              <a:avLst/>
            </a:prstGeom>
          </p:spPr>
        </p:pic>
        <p:pic>
          <p:nvPicPr>
            <p:cNvPr id="11" name="Picture 10">
              <a:extLst>
                <a:ext uri="{FF2B5EF4-FFF2-40B4-BE49-F238E27FC236}">
                  <a16:creationId xmlns:a16="http://schemas.microsoft.com/office/drawing/2014/main" id="{92B00AA4-2F08-4A00-5DD1-107DFCD62C01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8320862" y="1708105"/>
              <a:ext cx="3183162" cy="3730724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64731222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DFFAA3E0-2E13-AD6C-0B68-DA1C16D3231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23612" y="0"/>
            <a:ext cx="9744775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4770833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5230</TotalTime>
  <Words>0</Words>
  <Application>Microsoft Office PowerPoint</Application>
  <PresentationFormat>Widescreen</PresentationFormat>
  <Paragraphs>0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1" baseType="lpstr">
      <vt:lpstr>Arial</vt:lpstr>
      <vt:lpstr>Calibri</vt:lpstr>
      <vt:lpstr>Calibri Light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Rob McLaren</dc:creator>
  <cp:lastModifiedBy>Rob McLaren</cp:lastModifiedBy>
  <cp:revision>2</cp:revision>
  <dcterms:created xsi:type="dcterms:W3CDTF">2025-10-29T16:00:05Z</dcterms:created>
  <dcterms:modified xsi:type="dcterms:W3CDTF">2025-11-07T15:57:59Z</dcterms:modified>
</cp:coreProperties>
</file>