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4" r:id="rId3"/>
    <p:sldId id="293" r:id="rId4"/>
    <p:sldId id="266" r:id="rId5"/>
    <p:sldId id="270" r:id="rId6"/>
    <p:sldId id="267" r:id="rId7"/>
    <p:sldId id="272" r:id="rId8"/>
    <p:sldId id="271" r:id="rId9"/>
    <p:sldId id="265" r:id="rId10"/>
    <p:sldId id="273" r:id="rId11"/>
    <p:sldId id="269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F20B-C1A1-EB70-BFAD-1F5A64671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8BD10-7C97-0244-947C-5CCC051DAD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28E86-37B0-6FFA-2EFA-E05EBA7D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19282-976A-D7C1-5C1D-32D85B6C3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6C5B36-34D5-7513-5A68-01E1423CA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2009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61DA1-BE64-C3E5-6768-F5F2FA5AA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E765F-7815-1709-3C9E-2AD47AB62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69D33A-0B25-2017-CEC3-BBD1EBBB1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A6597B-CC4A-FD88-212C-4890385F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19C9F-309D-D977-22D0-8D71670B4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971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79B66-122F-9DD9-F08F-670D1CB78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D64116-00FB-F872-1807-40A07AD35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D2C57-0821-28AB-5E9A-491FFCE2E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3EADE-92A6-E1D2-908E-18403FB7B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9BE2D-C3CF-2D4E-6304-A29A88D77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1052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16569-A28F-8DDE-BA30-C8842C74A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C956A-C336-E244-A648-E0437A82D4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4CD13-0F50-1824-1DED-386A5388D5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D17FB6-F023-C67B-4C02-8D2E44CD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152034-B73D-F2EE-45C4-922DEE6A2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80C13-FBB7-F146-586A-D7A23F0A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4227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793D9-D165-2ABE-2D3D-7C93F9F5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ECE386-77F1-A821-FF00-31223AC67A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62EC23-B83C-1438-6C4B-5094654DB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0A7E39-81CA-5317-3A98-8A20382C9F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2C87B5-2F04-8141-69BB-12477514FC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B3FCDB-A715-67F4-2C5B-C30337403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371D68-D295-AC2D-5F76-C0AEB58B5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ABEEA9-5FDF-84E3-07D4-CA31BBF86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765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BA6AD-2A57-74ED-AB1E-4865837B2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36525"/>
            <a:ext cx="10515600" cy="136525"/>
          </a:xfrm>
        </p:spPr>
        <p:txBody>
          <a:bodyPr/>
          <a:lstStyle>
            <a:lvl1pPr>
              <a:defRPr sz="1100">
                <a:latin typeface="Lucida Sans Typewriter" panose="020B0509030504030204" pitchFamily="49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D3981B-FACE-36CA-7888-78FC092E2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961704-DFB1-CECF-0C13-3FE3535C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0C769-2DC3-B934-B53A-6569BF1A1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2735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802D06-1BF2-D755-5BE9-054353361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47C29E-B0B2-6C9B-6ADC-C65522E66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2E8A4-B133-E894-8118-BE6A9E2D5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1029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1D9E-4198-6140-9C37-2E4D244F3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DEF0E-6230-2794-0C48-35E6D8C6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8C205B-1FC1-0A43-6649-70088E9C47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A322B8-067E-FCCB-0525-D83C32850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01DD7-94BE-1A37-2048-F9B64D729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A731B-BCFF-5E62-213F-B0F70E6AB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8547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864A8-28EB-355A-458F-4FE4BD607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FC8B49-E878-9BDB-8874-B9D076C9BD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E61A5-0BE1-7AF6-6A88-B6B778CFF7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0FFDD6-966E-0404-FA01-C220E4BF9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8FE13-1E56-ACEE-C03D-F83AD4CEB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34D1A-AFF9-5014-4CFC-CBAA3854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3395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24982-DE24-F137-7140-421F42CFD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5B6D55-EB03-B875-0E2D-66F2DE0E4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A98BC-FCE0-2747-2E6A-6388CC5E6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61E0-0ABA-9F4C-DCDB-7754BE406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842AC-8C8C-3C42-6961-E14ED8E97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705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2A1BB4-10EF-BA6B-D2AC-5CE01DBA8E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0E9DF-0510-2B0F-9705-605C75A15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7F341-EF06-F6CB-ABCD-209347F99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5BB36E-4340-2C9F-2712-9CF21F703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52EA7-BB98-F2C7-5B37-C044A0874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37389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5F31-0532-B685-C683-5FA8B4293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B4BB59-EEC0-0120-CC6A-6583CF683D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F7876-D9A5-929F-D1D7-FEAAB63F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A0104-A916-BB89-3864-0D9CB569A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B9C9C-1A76-1DDD-ABB3-22DCCD667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5642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013D5-3D30-BBD0-0939-50E426DB5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5B2BA-D7F7-B365-8DED-81B9AA0F1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863BD-A1B2-F3FA-9AED-4E8D5D60C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AB26D-9790-8328-4628-667803D51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39188-11B2-C5F9-87B7-ABE0A2A76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2796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4E1CE-925B-F6E8-209E-A2834A19E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770B2-F518-596A-0A70-236631C5A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57CC0-C4C9-DCA9-C253-41600225E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54645-3BAF-4EA3-B454-98BA2F45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AF420-4CDE-A23D-BC13-4DFF4122E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83336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BDB97-4461-9418-7505-DA07248EC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2225-F98B-AFD1-CE8D-EB2786D080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78570-F9D5-BDF4-0962-FDD1766A90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7C6D5-D4CE-C1EC-C296-FEA0250B2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27D367-CB57-D508-73FC-BD67C31A7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A27B1-3430-82EF-DE86-9ECD8C0D3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88433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A24B0-7BFF-C20C-7ED0-86747C7F1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19F4D-809F-53E2-FD86-0C6239A52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982A7D-40B4-3728-0DA4-F8E73613D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E123D-24FE-FDB5-6F4A-DD636ED0EA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BFD1E6-1823-E2E7-3717-59B424746D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4CC42-FB3C-E3EA-3D62-4C48192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AAD4C0-421B-44E2-64C1-17B282E1F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C9DC25-2AD4-134C-940B-6A39A7CC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23830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1F27F-516C-1530-0782-9E0A8E57B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52853"/>
            <a:ext cx="12192000" cy="136524"/>
          </a:xfrm>
        </p:spPr>
        <p:txBody>
          <a:bodyPr/>
          <a:lstStyle>
            <a:lvl1pPr>
              <a:defRPr sz="11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9AEDF-D164-6229-D7CD-B35FA6EE6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8F835F-D896-1377-1E6D-0EF65515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B36F08-49C6-C4D5-5D90-8014CC17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59119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953F60-5CE9-3E16-E50D-9B1231192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40FC4B-80A6-3232-A1A4-671365AB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0AC50-59AD-EE65-D82C-947F160B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71043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19976-198E-F3DC-B8E6-21A25CD67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C4BD6-2D2E-0B71-2AC3-98FEA03B3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787B55-C11A-E615-6200-215A0FCC9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CBE0E9-2CE6-D475-7293-6BA223C2A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B9D67-9512-0033-42EC-2DDDC5EE2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A38C6E-A26C-0CB0-5CA7-DC313DA25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76460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26B79-6300-087E-0B27-DDC814807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EFD4-2A7C-4588-D2FF-CE78F404DF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0B135-6A4F-2487-F116-F53CC7F4F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6FB26-128D-724E-E9C3-D0A04B2E2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FCE351-EDEF-EAC8-5A59-BDEF1F613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866B-FC79-C08B-1200-78C5949D6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47620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F9E84-FB81-0652-7C21-5AD56B30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FD89D7-F04C-F478-96F6-71C5042F2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D943F-0BA5-A89B-6773-8B68F250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7580-66B2-D2C5-133B-8FB931D95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A010E-2DF3-45AD-C4BE-9B72DD8AF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17289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2CD944-C1C0-9909-8BB6-249B2DFECA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2379-B920-FBBE-DBD0-A44371E89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5A36C-FB33-2002-8ABF-E93738C57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2D71D-FFAB-5EEB-41D2-0055E3636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C61DB-2C1D-F144-DD1D-27C14B24D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4023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11C09D-39CE-5EE8-554F-46AF0DC8C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D4DEC-7EF2-0F28-BB18-1B501690B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BE259-6A15-0191-732A-54BA77D362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45891E-2CD5-4CE6-8274-44086644E53A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715105-E4B3-1D5A-B230-9EF3A8A13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DBAD4-562B-2B31-3CA2-89A8847CF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12FFF-86E4-4B88-87EF-8AB35261D56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0583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BC2BCA-8090-F6AA-764E-B077AC517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4B193-ED14-DB98-37B9-6A76AE39D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3AE8E-65CF-5229-ABCF-95179334F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44D65-A1A2-DB03-FB68-ED6071B3A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7D143-D27F-F501-72ED-E7109506F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5258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C3361-6AD5-2E76-3609-27EB3CD85D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154EC-31F3-0EC8-60FC-C38389EDAE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9028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050F0-2EAB-B928-47B9-F7E776606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F2942-B9A1-17A1-E0AE-EB2C522CF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Excel_LocalDatabase.png</a:t>
            </a:r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44B7F0-AFEA-9971-3F6E-BC1DE6CCBE14}"/>
              </a:ext>
            </a:extLst>
          </p:cNvPr>
          <p:cNvSpPr txBox="1"/>
          <p:nvPr/>
        </p:nvSpPr>
        <p:spPr>
          <a:xfrm>
            <a:off x="0" y="250306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 </a:t>
            </a:r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473FA5-6160-91C0-D4D5-3A432A78975C}"/>
              </a:ext>
            </a:extLst>
          </p:cNvPr>
          <p:cNvGrpSpPr/>
          <p:nvPr/>
        </p:nvGrpSpPr>
        <p:grpSpPr>
          <a:xfrm>
            <a:off x="0" y="250306"/>
            <a:ext cx="12192000" cy="1714739"/>
            <a:chOff x="0" y="250306"/>
            <a:chExt cx="12192000" cy="171473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468F7F1-DD3B-AE6F-82A1-6C857537617D}"/>
                </a:ext>
              </a:extLst>
            </p:cNvPr>
            <p:cNvSpPr txBox="1"/>
            <p:nvPr/>
          </p:nvSpPr>
          <p:spPr>
            <a:xfrm>
              <a:off x="0" y="250306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  <p:pic>
          <p:nvPicPr>
            <p:cNvPr id="12" name="Picture 11" descr="A close up of words&#10;&#10;AI-generated content may be incorrect.">
              <a:extLst>
                <a:ext uri="{FF2B5EF4-FFF2-40B4-BE49-F238E27FC236}">
                  <a16:creationId xmlns:a16="http://schemas.microsoft.com/office/drawing/2014/main" id="{A347207F-AC32-1AA0-0805-9FD478F6C0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50306"/>
              <a:ext cx="3791479" cy="17147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3855484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791118DB-CA84-0BEF-F93E-2BFF63DA1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7197"/>
            <a:ext cx="12192000" cy="450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172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A56E148-B081-ADB4-5331-C59598724D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547" y="3781236"/>
            <a:ext cx="8106906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264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CD79B1C6-AB79-0666-AC45-32D80D4E55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2311" y="2545234"/>
            <a:ext cx="6287377" cy="326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4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85E86D7-EA4F-DE20-8C72-5D182164D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000" y="3429587"/>
            <a:ext cx="12192000" cy="898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80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F121B7F-D903-D9C9-EE69-A9587D777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00" y="3661987"/>
            <a:ext cx="12192000" cy="73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018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760571-B84B-2BA5-579B-40E9EECF02B3}"/>
              </a:ext>
            </a:extLst>
          </p:cNvPr>
          <p:cNvSpPr/>
          <p:nvPr/>
        </p:nvSpPr>
        <p:spPr>
          <a:xfrm>
            <a:off x="-9525" y="1973580"/>
            <a:ext cx="306434" cy="461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E5132-C8AE-D02E-721D-5BA4DAA2D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2826" y="1973580"/>
            <a:ext cx="2248214" cy="141942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E42147C-0655-C4A6-68D1-62BE456CF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442" t="41617" r="27403" b="46471"/>
          <a:stretch/>
        </p:blipFill>
        <p:spPr>
          <a:xfrm>
            <a:off x="7736681" y="2600324"/>
            <a:ext cx="183357" cy="16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39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C7CAC5-AC20-D696-C49A-04059D873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24" y="1309260"/>
            <a:ext cx="295316" cy="2857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50F849-AB65-F990-D897-281D47A23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354" y="1194486"/>
            <a:ext cx="2133898" cy="3162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FEFA28-9821-F2CB-BE78-AB6880F201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965"/>
          <a:stretch/>
        </p:blipFill>
        <p:spPr>
          <a:xfrm>
            <a:off x="4850865" y="1194486"/>
            <a:ext cx="5207535" cy="1470337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0015966-6434-1968-3798-263DF2EBFF28}"/>
              </a:ext>
            </a:extLst>
          </p:cNvPr>
          <p:cNvSpPr/>
          <p:nvPr/>
        </p:nvSpPr>
        <p:spPr>
          <a:xfrm>
            <a:off x="4524252" y="1811383"/>
            <a:ext cx="1639389" cy="263438"/>
          </a:xfrm>
          <a:prstGeom prst="ellipse">
            <a:avLst/>
          </a:prstGeom>
          <a:noFill/>
          <a:ln w="476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7016156-5D8D-8A04-C9F0-E69A2B8405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559" b="1"/>
          <a:stretch/>
        </p:blipFill>
        <p:spPr>
          <a:xfrm>
            <a:off x="4850865" y="2542904"/>
            <a:ext cx="5207535" cy="1773828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3F2FDADF-145A-0930-52AB-DC6FA4376EA9}"/>
              </a:ext>
            </a:extLst>
          </p:cNvPr>
          <p:cNvSpPr/>
          <p:nvPr/>
        </p:nvSpPr>
        <p:spPr>
          <a:xfrm>
            <a:off x="7689669" y="1480456"/>
            <a:ext cx="879566" cy="409303"/>
          </a:xfrm>
          <a:prstGeom prst="ellipse">
            <a:avLst/>
          </a:prstGeom>
          <a:noFill/>
          <a:ln w="476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2535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76F4C2-F325-EC27-0277-3B51455CF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346"/>
          <a:stretch/>
        </p:blipFill>
        <p:spPr>
          <a:xfrm>
            <a:off x="920060" y="946446"/>
            <a:ext cx="5391902" cy="215380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47A3631-1F11-7D9B-4B96-BC34419BEA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046"/>
          <a:stretch/>
        </p:blipFill>
        <p:spPr>
          <a:xfrm>
            <a:off x="920060" y="3069607"/>
            <a:ext cx="5391902" cy="35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224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CE1145-D278-D059-F862-0CFDFCFCF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820"/>
            <a:ext cx="12192000" cy="544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27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14372</TotalTime>
  <Words>7</Words>
  <Application>Microsoft Office PowerPoint</Application>
  <PresentationFormat>Widescreen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Lucida Sans Typewriter</vt:lpstr>
      <vt:lpstr>Office Theme</vt:lpstr>
      <vt:lpstr>1_Office Theme</vt:lpstr>
      <vt:lpstr>PowerPoint Presentation</vt:lpstr>
      <vt:lpstr>Excel_LocalDatabase.png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 McLaren</dc:creator>
  <cp:lastModifiedBy>Rob McLaren</cp:lastModifiedBy>
  <cp:revision>7</cp:revision>
  <dcterms:created xsi:type="dcterms:W3CDTF">2024-08-25T18:30:32Z</dcterms:created>
  <dcterms:modified xsi:type="dcterms:W3CDTF">2025-12-15T20:24:05Z</dcterms:modified>
</cp:coreProperties>
</file>