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000"/>
    <a:srgbClr val="695B4F"/>
    <a:srgbClr val="4C3F34"/>
    <a:srgbClr val="E6E6E6"/>
    <a:srgbClr val="C77F42"/>
    <a:srgbClr val="CE8F5A"/>
    <a:srgbClr val="DEB490"/>
    <a:srgbClr val="80800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A19DA-86EC-F0F7-521E-97A7CB583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2CDCAF-8228-5174-4024-4E13A6727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9960B-0707-60C9-293B-DF5C08888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2CB00-073F-4D6E-8B9B-65009B6A0146}" type="datetimeFigureOut">
              <a:rPr lang="en-CA" smtClean="0"/>
              <a:t>2025-12-24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D3D46-E426-1CA8-52D9-2192CC6F6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9B50F-F741-57D2-23EB-CE9933B42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38620-6456-4655-A407-0BC8F09884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1427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A6B87-D20D-6DD1-9065-B3B2C50DD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EDBF6-E210-3312-44EA-1A16D86D5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F3546-23D7-7BE6-97D9-85D68F773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2CB00-073F-4D6E-8B9B-65009B6A0146}" type="datetimeFigureOut">
              <a:rPr lang="en-CA" smtClean="0"/>
              <a:t>2025-12-24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53790-6285-D3B7-42DD-181575468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7E9D9-C791-8085-DDD7-205A5A30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38620-6456-4655-A407-0BC8F09884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6845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518CE-C6EC-FDDA-FB1E-0AD801654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8C24C-60B1-DC06-2AAF-97D35C7DC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8E991-7ACA-60BD-5F0B-BC8C9BE10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2CB00-073F-4D6E-8B9B-65009B6A0146}" type="datetimeFigureOut">
              <a:rPr lang="en-CA" smtClean="0"/>
              <a:t>2025-12-24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6A075-1936-A584-6DE9-C91852920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EE14D-A136-3CC0-676A-F98E74578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38620-6456-4655-A407-0BC8F09884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6150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D3F07-5C73-DD1E-8EA2-102CDCB6D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7CCED-E7CE-7695-4BFB-681B44CF43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6A9A3-3C84-906D-4A35-D9B8E4B38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17170-840B-FC16-637F-6800B97C6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2CB00-073F-4D6E-8B9B-65009B6A0146}" type="datetimeFigureOut">
              <a:rPr lang="en-CA" smtClean="0"/>
              <a:t>2025-12-24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09CC79-F620-0AEB-865C-F1199B227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43A4C-08A5-25DC-34D3-80093EFBE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38620-6456-4655-A407-0BC8F09884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6160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EED4F-529D-B79D-4F2A-21286045F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BCBE0-DE24-2B09-8E8D-916B7296A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9A0BCC-839F-1D6E-DD05-00481BA41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FE5B6C-6F0C-8FDD-CC05-217990ECBA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CDDB3F-206B-859B-4290-AC9A0682B5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1E8EF5-0BA2-6BBE-C95A-91285E4C1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2CB00-073F-4D6E-8B9B-65009B6A0146}" type="datetimeFigureOut">
              <a:rPr lang="en-CA" smtClean="0"/>
              <a:t>2025-12-24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1E7C59-FF3D-0AB1-27C0-CDD69728E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E05A05-D2F6-517F-1A5B-D7D8C814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38620-6456-4655-A407-0BC8F09884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5023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25C7-32FE-A42F-98FB-05D7DB001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6525"/>
            <a:ext cx="12192000" cy="136525"/>
          </a:xfrm>
        </p:spPr>
        <p:txBody>
          <a:bodyPr/>
          <a:lstStyle>
            <a:lvl1pPr>
              <a:defRPr sz="11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02F9A6-34BC-58CB-2878-F8E51A56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2CB00-073F-4D6E-8B9B-65009B6A0146}" type="datetimeFigureOut">
              <a:rPr lang="en-CA" smtClean="0"/>
              <a:t>2025-12-24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C9C83-1717-80C6-F15D-3ABD2B3F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A74A3-D501-A929-6CD3-01077C424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38620-6456-4655-A407-0BC8F09884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3975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9A6FAE-D821-8DB7-4351-9E696CFE3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2CB00-073F-4D6E-8B9B-65009B6A0146}" type="datetimeFigureOut">
              <a:rPr lang="en-CA" smtClean="0"/>
              <a:t>2025-12-24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903B9C-10B8-BC2A-79BB-E9AA524EF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16173-6078-5691-565C-510B9DD29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38620-6456-4655-A407-0BC8F09884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3642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68571-B7AC-EFBF-DCBF-A5E0C0108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F8D82-7C85-8014-AD38-575BB941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2128CF-3A82-F808-48B0-A7D68FC645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A4A2F-4A22-DF5D-3566-D3C7FFE3D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2CB00-073F-4D6E-8B9B-65009B6A0146}" type="datetimeFigureOut">
              <a:rPr lang="en-CA" smtClean="0"/>
              <a:t>2025-12-24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236FE-30E1-7AB3-39F4-9D48AD0D7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B6C87-27BB-EE0D-C1B6-0BB64C2BF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38620-6456-4655-A407-0BC8F09884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9855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09D4-47F0-CEE6-10A0-C3647E3DB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684C93-11FE-2861-4D67-847C576508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059325-A28F-EACB-3A9B-3DB3DFD42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F90AE-CC89-FB3F-64B2-765E52DEB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2CB00-073F-4D6E-8B9B-65009B6A0146}" type="datetimeFigureOut">
              <a:rPr lang="en-CA" smtClean="0"/>
              <a:t>2025-12-24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2E584D-ED57-30D7-84CA-D92432041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6AA3C-2165-7F10-09C8-9EF770F23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38620-6456-4655-A407-0BC8F09884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406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A2116-668A-68E8-CF38-BB4123A7D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A175A7-D91E-A4F7-B9FF-F7CD8B4EF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56064-CE07-E779-4E5B-31471A2CB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2CB00-073F-4D6E-8B9B-65009B6A0146}" type="datetimeFigureOut">
              <a:rPr lang="en-CA" smtClean="0"/>
              <a:t>2025-12-24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30273-67D5-A450-53D0-CB3C7F07C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B5655-E7E3-A4BB-ADA5-307A15AC2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38620-6456-4655-A407-0BC8F09884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3147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FEFA4C-972D-7FAA-6323-5F5D54D871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70E414-0B7B-7489-B4A3-05E7C5C64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CC7B1-27F1-E208-0E69-087948221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2CB00-073F-4D6E-8B9B-65009B6A0146}" type="datetimeFigureOut">
              <a:rPr lang="en-CA" smtClean="0"/>
              <a:t>2025-12-24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C3938-9FDF-9880-5983-C00464744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57336-5909-B722-FB87-CFFAC0AD6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38620-6456-4655-A407-0BC8F09884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8502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A410D-29EF-CF5D-BB02-F441D0CC8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FDCA6-2FC8-B41A-E27C-4EAB3E284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32187-D678-9E6E-C5D2-83107EB93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2CB00-073F-4D6E-8B9B-65009B6A0146}" type="datetimeFigureOut">
              <a:rPr lang="en-CA" smtClean="0"/>
              <a:t>2025-12-24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7D5BE-7A6D-8E09-7D44-A34D802B1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3A21C-D990-49E3-8A6C-E9861F603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38620-6456-4655-A407-0BC8F09884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5523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9247ACB-AD9F-4D4A-77F3-A282BA151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/>
              <a:t>Mutts.png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8FAE995-0343-86C3-7C3C-4CE8BE67808A}"/>
              </a:ext>
            </a:extLst>
          </p:cNvPr>
          <p:cNvGrpSpPr/>
          <p:nvPr/>
        </p:nvGrpSpPr>
        <p:grpSpPr>
          <a:xfrm>
            <a:off x="570946" y="495205"/>
            <a:ext cx="5896529" cy="5962971"/>
            <a:chOff x="570946" y="495205"/>
            <a:chExt cx="5896529" cy="596297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DBE20EF-372B-E194-E9B3-965268939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946" y="495205"/>
              <a:ext cx="5896529" cy="5962971"/>
            </a:xfrm>
            <a:prstGeom prst="rect">
              <a:avLst/>
            </a:prstGeom>
            <a:noFill/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5AAF99C-66D7-C231-396D-8153CC796139}"/>
                </a:ext>
              </a:extLst>
            </p:cNvPr>
            <p:cNvSpPr/>
            <p:nvPr/>
          </p:nvSpPr>
          <p:spPr>
            <a:xfrm>
              <a:off x="1858756" y="5340573"/>
              <a:ext cx="995428" cy="1115613"/>
            </a:xfrm>
            <a:custGeom>
              <a:avLst/>
              <a:gdLst>
                <a:gd name="csX0" fmla="*/ 0 w 1133475"/>
                <a:gd name="csY0" fmla="*/ 0 h 694898"/>
                <a:gd name="csX1" fmla="*/ 1133475 w 1133475"/>
                <a:gd name="csY1" fmla="*/ 0 h 694898"/>
                <a:gd name="csX2" fmla="*/ 1133475 w 1133475"/>
                <a:gd name="csY2" fmla="*/ 694898 h 694898"/>
                <a:gd name="csX3" fmla="*/ 0 w 1133475"/>
                <a:gd name="csY3" fmla="*/ 694898 h 694898"/>
                <a:gd name="csX4" fmla="*/ 0 w 1133475"/>
                <a:gd name="csY4" fmla="*/ 0 h 694898"/>
                <a:gd name="csX0" fmla="*/ 400050 w 1133475"/>
                <a:gd name="csY0" fmla="*/ 133350 h 694898"/>
                <a:gd name="csX1" fmla="*/ 1133475 w 1133475"/>
                <a:gd name="csY1" fmla="*/ 0 h 694898"/>
                <a:gd name="csX2" fmla="*/ 1133475 w 1133475"/>
                <a:gd name="csY2" fmla="*/ 694898 h 694898"/>
                <a:gd name="csX3" fmla="*/ 0 w 1133475"/>
                <a:gd name="csY3" fmla="*/ 694898 h 694898"/>
                <a:gd name="csX4" fmla="*/ 400050 w 1133475"/>
                <a:gd name="csY4" fmla="*/ 133350 h 694898"/>
                <a:gd name="csX0" fmla="*/ 400050 w 1133475"/>
                <a:gd name="csY0" fmla="*/ 133350 h 694898"/>
                <a:gd name="csX1" fmla="*/ 781050 w 1133475"/>
                <a:gd name="csY1" fmla="*/ 66675 h 694898"/>
                <a:gd name="csX2" fmla="*/ 1133475 w 1133475"/>
                <a:gd name="csY2" fmla="*/ 0 h 694898"/>
                <a:gd name="csX3" fmla="*/ 1133475 w 1133475"/>
                <a:gd name="csY3" fmla="*/ 694898 h 694898"/>
                <a:gd name="csX4" fmla="*/ 0 w 1133475"/>
                <a:gd name="csY4" fmla="*/ 694898 h 694898"/>
                <a:gd name="csX5" fmla="*/ 400050 w 1133475"/>
                <a:gd name="csY5" fmla="*/ 133350 h 694898"/>
                <a:gd name="csX0" fmla="*/ 400050 w 1133475"/>
                <a:gd name="csY0" fmla="*/ 133350 h 694898"/>
                <a:gd name="csX1" fmla="*/ 545306 w 1133475"/>
                <a:gd name="csY1" fmla="*/ 69056 h 694898"/>
                <a:gd name="csX2" fmla="*/ 1133475 w 1133475"/>
                <a:gd name="csY2" fmla="*/ 0 h 694898"/>
                <a:gd name="csX3" fmla="*/ 1133475 w 1133475"/>
                <a:gd name="csY3" fmla="*/ 694898 h 694898"/>
                <a:gd name="csX4" fmla="*/ 0 w 1133475"/>
                <a:gd name="csY4" fmla="*/ 694898 h 694898"/>
                <a:gd name="csX5" fmla="*/ 400050 w 1133475"/>
                <a:gd name="csY5" fmla="*/ 133350 h 694898"/>
                <a:gd name="csX0" fmla="*/ 400050 w 1133475"/>
                <a:gd name="csY0" fmla="*/ 133350 h 694898"/>
                <a:gd name="csX1" fmla="*/ 545306 w 1133475"/>
                <a:gd name="csY1" fmla="*/ 69056 h 694898"/>
                <a:gd name="csX2" fmla="*/ 1133475 w 1133475"/>
                <a:gd name="csY2" fmla="*/ 0 h 694898"/>
                <a:gd name="csX3" fmla="*/ 1133475 w 1133475"/>
                <a:gd name="csY3" fmla="*/ 694898 h 694898"/>
                <a:gd name="csX4" fmla="*/ 0 w 1133475"/>
                <a:gd name="csY4" fmla="*/ 694898 h 694898"/>
                <a:gd name="csX5" fmla="*/ 242888 w 1133475"/>
                <a:gd name="csY5" fmla="*/ 354806 h 694898"/>
                <a:gd name="csX6" fmla="*/ 400050 w 1133475"/>
                <a:gd name="csY6" fmla="*/ 133350 h 694898"/>
                <a:gd name="csX0" fmla="*/ 157162 w 890587"/>
                <a:gd name="csY0" fmla="*/ 133350 h 694898"/>
                <a:gd name="csX1" fmla="*/ 302418 w 890587"/>
                <a:gd name="csY1" fmla="*/ 69056 h 694898"/>
                <a:gd name="csX2" fmla="*/ 890587 w 890587"/>
                <a:gd name="csY2" fmla="*/ 0 h 694898"/>
                <a:gd name="csX3" fmla="*/ 890587 w 890587"/>
                <a:gd name="csY3" fmla="*/ 694898 h 694898"/>
                <a:gd name="csX4" fmla="*/ 161924 w 890587"/>
                <a:gd name="csY4" fmla="*/ 492492 h 694898"/>
                <a:gd name="csX5" fmla="*/ 0 w 890587"/>
                <a:gd name="csY5" fmla="*/ 354806 h 694898"/>
                <a:gd name="csX6" fmla="*/ 157162 w 890587"/>
                <a:gd name="csY6" fmla="*/ 133350 h 694898"/>
                <a:gd name="csX0" fmla="*/ 88106 w 821531"/>
                <a:gd name="csY0" fmla="*/ 133350 h 694898"/>
                <a:gd name="csX1" fmla="*/ 233362 w 821531"/>
                <a:gd name="csY1" fmla="*/ 69056 h 694898"/>
                <a:gd name="csX2" fmla="*/ 821531 w 821531"/>
                <a:gd name="csY2" fmla="*/ 0 h 694898"/>
                <a:gd name="csX3" fmla="*/ 821531 w 821531"/>
                <a:gd name="csY3" fmla="*/ 694898 h 694898"/>
                <a:gd name="csX4" fmla="*/ 92868 w 821531"/>
                <a:gd name="csY4" fmla="*/ 492492 h 694898"/>
                <a:gd name="csX5" fmla="*/ 0 w 821531"/>
                <a:gd name="csY5" fmla="*/ 359568 h 694898"/>
                <a:gd name="csX6" fmla="*/ 88106 w 821531"/>
                <a:gd name="csY6" fmla="*/ 133350 h 694898"/>
                <a:gd name="csX0" fmla="*/ 88106 w 821531"/>
                <a:gd name="csY0" fmla="*/ 64294 h 625842"/>
                <a:gd name="csX1" fmla="*/ 233362 w 821531"/>
                <a:gd name="csY1" fmla="*/ 0 h 625842"/>
                <a:gd name="csX2" fmla="*/ 402431 w 821531"/>
                <a:gd name="csY2" fmla="*/ 35719 h 625842"/>
                <a:gd name="csX3" fmla="*/ 821531 w 821531"/>
                <a:gd name="csY3" fmla="*/ 625842 h 625842"/>
                <a:gd name="csX4" fmla="*/ 92868 w 821531"/>
                <a:gd name="csY4" fmla="*/ 423436 h 625842"/>
                <a:gd name="csX5" fmla="*/ 0 w 821531"/>
                <a:gd name="csY5" fmla="*/ 290512 h 625842"/>
                <a:gd name="csX6" fmla="*/ 88106 w 821531"/>
                <a:gd name="csY6" fmla="*/ 64294 h 625842"/>
                <a:gd name="csX0" fmla="*/ 88106 w 511969"/>
                <a:gd name="csY0" fmla="*/ 64294 h 423436"/>
                <a:gd name="csX1" fmla="*/ 233362 w 511969"/>
                <a:gd name="csY1" fmla="*/ 0 h 423436"/>
                <a:gd name="csX2" fmla="*/ 402431 w 511969"/>
                <a:gd name="csY2" fmla="*/ 35719 h 423436"/>
                <a:gd name="csX3" fmla="*/ 511969 w 511969"/>
                <a:gd name="csY3" fmla="*/ 199598 h 423436"/>
                <a:gd name="csX4" fmla="*/ 92868 w 511969"/>
                <a:gd name="csY4" fmla="*/ 423436 h 423436"/>
                <a:gd name="csX5" fmla="*/ 0 w 511969"/>
                <a:gd name="csY5" fmla="*/ 290512 h 423436"/>
                <a:gd name="csX6" fmla="*/ 88106 w 511969"/>
                <a:gd name="csY6" fmla="*/ 64294 h 423436"/>
                <a:gd name="csX0" fmla="*/ 88106 w 511969"/>
                <a:gd name="csY0" fmla="*/ 64294 h 423436"/>
                <a:gd name="csX1" fmla="*/ 233362 w 511969"/>
                <a:gd name="csY1" fmla="*/ 0 h 423436"/>
                <a:gd name="csX2" fmla="*/ 402431 w 511969"/>
                <a:gd name="csY2" fmla="*/ 35719 h 423436"/>
                <a:gd name="csX3" fmla="*/ 511969 w 511969"/>
                <a:gd name="csY3" fmla="*/ 199598 h 423436"/>
                <a:gd name="csX4" fmla="*/ 300037 w 511969"/>
                <a:gd name="csY4" fmla="*/ 307182 h 423436"/>
                <a:gd name="csX5" fmla="*/ 92868 w 511969"/>
                <a:gd name="csY5" fmla="*/ 423436 h 423436"/>
                <a:gd name="csX6" fmla="*/ 0 w 511969"/>
                <a:gd name="csY6" fmla="*/ 290512 h 423436"/>
                <a:gd name="csX7" fmla="*/ 88106 w 511969"/>
                <a:gd name="csY7" fmla="*/ 64294 h 423436"/>
                <a:gd name="csX0" fmla="*/ 88106 w 526256"/>
                <a:gd name="csY0" fmla="*/ 64294 h 423436"/>
                <a:gd name="csX1" fmla="*/ 233362 w 526256"/>
                <a:gd name="csY1" fmla="*/ 0 h 423436"/>
                <a:gd name="csX2" fmla="*/ 402431 w 526256"/>
                <a:gd name="csY2" fmla="*/ 35719 h 423436"/>
                <a:gd name="csX3" fmla="*/ 511969 w 526256"/>
                <a:gd name="csY3" fmla="*/ 199598 h 423436"/>
                <a:gd name="csX4" fmla="*/ 526256 w 526256"/>
                <a:gd name="csY4" fmla="*/ 335757 h 423436"/>
                <a:gd name="csX5" fmla="*/ 92868 w 526256"/>
                <a:gd name="csY5" fmla="*/ 423436 h 423436"/>
                <a:gd name="csX6" fmla="*/ 0 w 526256"/>
                <a:gd name="csY6" fmla="*/ 290512 h 423436"/>
                <a:gd name="csX7" fmla="*/ 88106 w 526256"/>
                <a:gd name="csY7" fmla="*/ 64294 h 423436"/>
                <a:gd name="csX0" fmla="*/ 88106 w 526256"/>
                <a:gd name="csY0" fmla="*/ 64294 h 423436"/>
                <a:gd name="csX1" fmla="*/ 233362 w 526256"/>
                <a:gd name="csY1" fmla="*/ 0 h 423436"/>
                <a:gd name="csX2" fmla="*/ 402431 w 526256"/>
                <a:gd name="csY2" fmla="*/ 35719 h 423436"/>
                <a:gd name="csX3" fmla="*/ 511969 w 526256"/>
                <a:gd name="csY3" fmla="*/ 199598 h 423436"/>
                <a:gd name="csX4" fmla="*/ 526256 w 526256"/>
                <a:gd name="csY4" fmla="*/ 335757 h 423436"/>
                <a:gd name="csX5" fmla="*/ 300036 w 526256"/>
                <a:gd name="csY5" fmla="*/ 381000 h 423436"/>
                <a:gd name="csX6" fmla="*/ 92868 w 526256"/>
                <a:gd name="csY6" fmla="*/ 423436 h 423436"/>
                <a:gd name="csX7" fmla="*/ 0 w 526256"/>
                <a:gd name="csY7" fmla="*/ 290512 h 423436"/>
                <a:gd name="csX8" fmla="*/ 88106 w 526256"/>
                <a:gd name="csY8" fmla="*/ 64294 h 423436"/>
                <a:gd name="csX0" fmla="*/ 88106 w 526256"/>
                <a:gd name="csY0" fmla="*/ 64294 h 454819"/>
                <a:gd name="csX1" fmla="*/ 233362 w 526256"/>
                <a:gd name="csY1" fmla="*/ 0 h 454819"/>
                <a:gd name="csX2" fmla="*/ 402431 w 526256"/>
                <a:gd name="csY2" fmla="*/ 35719 h 454819"/>
                <a:gd name="csX3" fmla="*/ 511969 w 526256"/>
                <a:gd name="csY3" fmla="*/ 199598 h 454819"/>
                <a:gd name="csX4" fmla="*/ 526256 w 526256"/>
                <a:gd name="csY4" fmla="*/ 335757 h 454819"/>
                <a:gd name="csX5" fmla="*/ 395286 w 526256"/>
                <a:gd name="csY5" fmla="*/ 454819 h 454819"/>
                <a:gd name="csX6" fmla="*/ 92868 w 526256"/>
                <a:gd name="csY6" fmla="*/ 423436 h 454819"/>
                <a:gd name="csX7" fmla="*/ 0 w 526256"/>
                <a:gd name="csY7" fmla="*/ 290512 h 454819"/>
                <a:gd name="csX8" fmla="*/ 88106 w 526256"/>
                <a:gd name="csY8" fmla="*/ 64294 h 454819"/>
                <a:gd name="csX0" fmla="*/ 88106 w 526256"/>
                <a:gd name="csY0" fmla="*/ 64294 h 454819"/>
                <a:gd name="csX1" fmla="*/ 233362 w 526256"/>
                <a:gd name="csY1" fmla="*/ 0 h 454819"/>
                <a:gd name="csX2" fmla="*/ 402431 w 526256"/>
                <a:gd name="csY2" fmla="*/ 35719 h 454819"/>
                <a:gd name="csX3" fmla="*/ 511969 w 526256"/>
                <a:gd name="csY3" fmla="*/ 199598 h 454819"/>
                <a:gd name="csX4" fmla="*/ 526256 w 526256"/>
                <a:gd name="csY4" fmla="*/ 335757 h 454819"/>
                <a:gd name="csX5" fmla="*/ 395286 w 526256"/>
                <a:gd name="csY5" fmla="*/ 454819 h 454819"/>
                <a:gd name="csX6" fmla="*/ 92868 w 526256"/>
                <a:gd name="csY6" fmla="*/ 423436 h 454819"/>
                <a:gd name="csX7" fmla="*/ 295274 w 526256"/>
                <a:gd name="csY7" fmla="*/ 445294 h 454819"/>
                <a:gd name="csX8" fmla="*/ 0 w 526256"/>
                <a:gd name="csY8" fmla="*/ 290512 h 454819"/>
                <a:gd name="csX9" fmla="*/ 88106 w 526256"/>
                <a:gd name="csY9" fmla="*/ 64294 h 454819"/>
                <a:gd name="csX0" fmla="*/ 88106 w 526256"/>
                <a:gd name="csY0" fmla="*/ 64294 h 454819"/>
                <a:gd name="csX1" fmla="*/ 233362 w 526256"/>
                <a:gd name="csY1" fmla="*/ 0 h 454819"/>
                <a:gd name="csX2" fmla="*/ 402431 w 526256"/>
                <a:gd name="csY2" fmla="*/ 35719 h 454819"/>
                <a:gd name="csX3" fmla="*/ 511969 w 526256"/>
                <a:gd name="csY3" fmla="*/ 199598 h 454819"/>
                <a:gd name="csX4" fmla="*/ 526256 w 526256"/>
                <a:gd name="csY4" fmla="*/ 335757 h 454819"/>
                <a:gd name="csX5" fmla="*/ 395286 w 526256"/>
                <a:gd name="csY5" fmla="*/ 454819 h 454819"/>
                <a:gd name="csX6" fmla="*/ 92868 w 526256"/>
                <a:gd name="csY6" fmla="*/ 423436 h 454819"/>
                <a:gd name="csX7" fmla="*/ 2380 w 526256"/>
                <a:gd name="csY7" fmla="*/ 359569 h 454819"/>
                <a:gd name="csX8" fmla="*/ 0 w 526256"/>
                <a:gd name="csY8" fmla="*/ 290512 h 454819"/>
                <a:gd name="csX9" fmla="*/ 88106 w 526256"/>
                <a:gd name="csY9" fmla="*/ 64294 h 454819"/>
                <a:gd name="csX0" fmla="*/ 92870 w 531020"/>
                <a:gd name="csY0" fmla="*/ 64294 h 640130"/>
                <a:gd name="csX1" fmla="*/ 238126 w 531020"/>
                <a:gd name="csY1" fmla="*/ 0 h 640130"/>
                <a:gd name="csX2" fmla="*/ 407195 w 531020"/>
                <a:gd name="csY2" fmla="*/ 35719 h 640130"/>
                <a:gd name="csX3" fmla="*/ 516733 w 531020"/>
                <a:gd name="csY3" fmla="*/ 199598 h 640130"/>
                <a:gd name="csX4" fmla="*/ 531020 w 531020"/>
                <a:gd name="csY4" fmla="*/ 335757 h 640130"/>
                <a:gd name="csX5" fmla="*/ 400050 w 531020"/>
                <a:gd name="csY5" fmla="*/ 454819 h 640130"/>
                <a:gd name="csX6" fmla="*/ 0 w 531020"/>
                <a:gd name="csY6" fmla="*/ 640130 h 640130"/>
                <a:gd name="csX7" fmla="*/ 7144 w 531020"/>
                <a:gd name="csY7" fmla="*/ 359569 h 640130"/>
                <a:gd name="csX8" fmla="*/ 4764 w 531020"/>
                <a:gd name="csY8" fmla="*/ 290512 h 640130"/>
                <a:gd name="csX9" fmla="*/ 92870 w 531020"/>
                <a:gd name="csY9" fmla="*/ 64294 h 640130"/>
                <a:gd name="csX0" fmla="*/ 92870 w 531020"/>
                <a:gd name="csY0" fmla="*/ 64294 h 640130"/>
                <a:gd name="csX1" fmla="*/ 238126 w 531020"/>
                <a:gd name="csY1" fmla="*/ 0 h 640130"/>
                <a:gd name="csX2" fmla="*/ 407195 w 531020"/>
                <a:gd name="csY2" fmla="*/ 35719 h 640130"/>
                <a:gd name="csX3" fmla="*/ 516733 w 531020"/>
                <a:gd name="csY3" fmla="*/ 199598 h 640130"/>
                <a:gd name="csX4" fmla="*/ 531020 w 531020"/>
                <a:gd name="csY4" fmla="*/ 335757 h 640130"/>
                <a:gd name="csX5" fmla="*/ 426244 w 531020"/>
                <a:gd name="csY5" fmla="*/ 633412 h 640130"/>
                <a:gd name="csX6" fmla="*/ 0 w 531020"/>
                <a:gd name="csY6" fmla="*/ 640130 h 640130"/>
                <a:gd name="csX7" fmla="*/ 7144 w 531020"/>
                <a:gd name="csY7" fmla="*/ 359569 h 640130"/>
                <a:gd name="csX8" fmla="*/ 4764 w 531020"/>
                <a:gd name="csY8" fmla="*/ 290512 h 640130"/>
                <a:gd name="csX9" fmla="*/ 92870 w 531020"/>
                <a:gd name="csY9" fmla="*/ 64294 h 640130"/>
                <a:gd name="csX0" fmla="*/ 92870 w 531020"/>
                <a:gd name="csY0" fmla="*/ 64294 h 640130"/>
                <a:gd name="csX1" fmla="*/ 238126 w 531020"/>
                <a:gd name="csY1" fmla="*/ 0 h 640130"/>
                <a:gd name="csX2" fmla="*/ 407195 w 531020"/>
                <a:gd name="csY2" fmla="*/ 35719 h 640130"/>
                <a:gd name="csX3" fmla="*/ 516733 w 531020"/>
                <a:gd name="csY3" fmla="*/ 199598 h 640130"/>
                <a:gd name="csX4" fmla="*/ 531020 w 531020"/>
                <a:gd name="csY4" fmla="*/ 335757 h 640130"/>
                <a:gd name="csX5" fmla="*/ 471488 w 531020"/>
                <a:gd name="csY5" fmla="*/ 500062 h 640130"/>
                <a:gd name="csX6" fmla="*/ 426244 w 531020"/>
                <a:gd name="csY6" fmla="*/ 633412 h 640130"/>
                <a:gd name="csX7" fmla="*/ 0 w 531020"/>
                <a:gd name="csY7" fmla="*/ 640130 h 640130"/>
                <a:gd name="csX8" fmla="*/ 7144 w 531020"/>
                <a:gd name="csY8" fmla="*/ 359569 h 640130"/>
                <a:gd name="csX9" fmla="*/ 4764 w 531020"/>
                <a:gd name="csY9" fmla="*/ 290512 h 640130"/>
                <a:gd name="csX10" fmla="*/ 92870 w 531020"/>
                <a:gd name="csY10" fmla="*/ 64294 h 640130"/>
                <a:gd name="csX0" fmla="*/ 92870 w 531020"/>
                <a:gd name="csY0" fmla="*/ 64294 h 640130"/>
                <a:gd name="csX1" fmla="*/ 238126 w 531020"/>
                <a:gd name="csY1" fmla="*/ 0 h 640130"/>
                <a:gd name="csX2" fmla="*/ 407195 w 531020"/>
                <a:gd name="csY2" fmla="*/ 35719 h 640130"/>
                <a:gd name="csX3" fmla="*/ 516733 w 531020"/>
                <a:gd name="csY3" fmla="*/ 199598 h 640130"/>
                <a:gd name="csX4" fmla="*/ 531020 w 531020"/>
                <a:gd name="csY4" fmla="*/ 335757 h 640130"/>
                <a:gd name="csX5" fmla="*/ 395288 w 531020"/>
                <a:gd name="csY5" fmla="*/ 471487 h 640130"/>
                <a:gd name="csX6" fmla="*/ 426244 w 531020"/>
                <a:gd name="csY6" fmla="*/ 633412 h 640130"/>
                <a:gd name="csX7" fmla="*/ 0 w 531020"/>
                <a:gd name="csY7" fmla="*/ 640130 h 640130"/>
                <a:gd name="csX8" fmla="*/ 7144 w 531020"/>
                <a:gd name="csY8" fmla="*/ 359569 h 640130"/>
                <a:gd name="csX9" fmla="*/ 4764 w 531020"/>
                <a:gd name="csY9" fmla="*/ 290512 h 640130"/>
                <a:gd name="csX10" fmla="*/ 92870 w 531020"/>
                <a:gd name="csY10" fmla="*/ 64294 h 640130"/>
                <a:gd name="csX0" fmla="*/ 92870 w 531020"/>
                <a:gd name="csY0" fmla="*/ 64294 h 640130"/>
                <a:gd name="csX1" fmla="*/ 238126 w 531020"/>
                <a:gd name="csY1" fmla="*/ 0 h 640130"/>
                <a:gd name="csX2" fmla="*/ 407195 w 531020"/>
                <a:gd name="csY2" fmla="*/ 35719 h 640130"/>
                <a:gd name="csX3" fmla="*/ 516733 w 531020"/>
                <a:gd name="csY3" fmla="*/ 199598 h 640130"/>
                <a:gd name="csX4" fmla="*/ 531020 w 531020"/>
                <a:gd name="csY4" fmla="*/ 335757 h 640130"/>
                <a:gd name="csX5" fmla="*/ 395288 w 531020"/>
                <a:gd name="csY5" fmla="*/ 471487 h 640130"/>
                <a:gd name="csX6" fmla="*/ 426244 w 531020"/>
                <a:gd name="csY6" fmla="*/ 633412 h 640130"/>
                <a:gd name="csX7" fmla="*/ 0 w 531020"/>
                <a:gd name="csY7" fmla="*/ 640130 h 640130"/>
                <a:gd name="csX8" fmla="*/ 95250 w 531020"/>
                <a:gd name="csY8" fmla="*/ 435769 h 640130"/>
                <a:gd name="csX9" fmla="*/ 4764 w 531020"/>
                <a:gd name="csY9" fmla="*/ 290512 h 640130"/>
                <a:gd name="csX10" fmla="*/ 92870 w 531020"/>
                <a:gd name="csY10" fmla="*/ 64294 h 640130"/>
                <a:gd name="csX0" fmla="*/ 92870 w 531020"/>
                <a:gd name="csY0" fmla="*/ 64294 h 640130"/>
                <a:gd name="csX1" fmla="*/ 238126 w 531020"/>
                <a:gd name="csY1" fmla="*/ 0 h 640130"/>
                <a:gd name="csX2" fmla="*/ 407195 w 531020"/>
                <a:gd name="csY2" fmla="*/ 35719 h 640130"/>
                <a:gd name="csX3" fmla="*/ 516733 w 531020"/>
                <a:gd name="csY3" fmla="*/ 199598 h 640130"/>
                <a:gd name="csX4" fmla="*/ 531020 w 531020"/>
                <a:gd name="csY4" fmla="*/ 335757 h 640130"/>
                <a:gd name="csX5" fmla="*/ 395288 w 531020"/>
                <a:gd name="csY5" fmla="*/ 471487 h 640130"/>
                <a:gd name="csX6" fmla="*/ 426244 w 531020"/>
                <a:gd name="csY6" fmla="*/ 633412 h 640130"/>
                <a:gd name="csX7" fmla="*/ 0 w 531020"/>
                <a:gd name="csY7" fmla="*/ 640130 h 640130"/>
                <a:gd name="csX8" fmla="*/ 40482 w 531020"/>
                <a:gd name="csY8" fmla="*/ 550068 h 640130"/>
                <a:gd name="csX9" fmla="*/ 95250 w 531020"/>
                <a:gd name="csY9" fmla="*/ 435769 h 640130"/>
                <a:gd name="csX10" fmla="*/ 4764 w 531020"/>
                <a:gd name="csY10" fmla="*/ 290512 h 640130"/>
                <a:gd name="csX11" fmla="*/ 92870 w 531020"/>
                <a:gd name="csY11" fmla="*/ 64294 h 640130"/>
                <a:gd name="csX0" fmla="*/ 92870 w 531020"/>
                <a:gd name="csY0" fmla="*/ 64294 h 640130"/>
                <a:gd name="csX1" fmla="*/ 238126 w 531020"/>
                <a:gd name="csY1" fmla="*/ 0 h 640130"/>
                <a:gd name="csX2" fmla="*/ 407195 w 531020"/>
                <a:gd name="csY2" fmla="*/ 35719 h 640130"/>
                <a:gd name="csX3" fmla="*/ 516733 w 531020"/>
                <a:gd name="csY3" fmla="*/ 199598 h 640130"/>
                <a:gd name="csX4" fmla="*/ 531020 w 531020"/>
                <a:gd name="csY4" fmla="*/ 335757 h 640130"/>
                <a:gd name="csX5" fmla="*/ 395288 w 531020"/>
                <a:gd name="csY5" fmla="*/ 471487 h 640130"/>
                <a:gd name="csX6" fmla="*/ 426244 w 531020"/>
                <a:gd name="csY6" fmla="*/ 633412 h 640130"/>
                <a:gd name="csX7" fmla="*/ 0 w 531020"/>
                <a:gd name="csY7" fmla="*/ 640130 h 640130"/>
                <a:gd name="csX8" fmla="*/ 7144 w 531020"/>
                <a:gd name="csY8" fmla="*/ 552449 h 640130"/>
                <a:gd name="csX9" fmla="*/ 95250 w 531020"/>
                <a:gd name="csY9" fmla="*/ 435769 h 640130"/>
                <a:gd name="csX10" fmla="*/ 4764 w 531020"/>
                <a:gd name="csY10" fmla="*/ 290512 h 640130"/>
                <a:gd name="csX11" fmla="*/ 92870 w 531020"/>
                <a:gd name="csY11" fmla="*/ 64294 h 640130"/>
                <a:gd name="csX0" fmla="*/ 92870 w 531020"/>
                <a:gd name="csY0" fmla="*/ 64294 h 640130"/>
                <a:gd name="csX1" fmla="*/ 238126 w 531020"/>
                <a:gd name="csY1" fmla="*/ 0 h 640130"/>
                <a:gd name="csX2" fmla="*/ 407195 w 531020"/>
                <a:gd name="csY2" fmla="*/ 35719 h 640130"/>
                <a:gd name="csX3" fmla="*/ 516733 w 531020"/>
                <a:gd name="csY3" fmla="*/ 199598 h 640130"/>
                <a:gd name="csX4" fmla="*/ 531020 w 531020"/>
                <a:gd name="csY4" fmla="*/ 335757 h 640130"/>
                <a:gd name="csX5" fmla="*/ 395288 w 531020"/>
                <a:gd name="csY5" fmla="*/ 471487 h 640130"/>
                <a:gd name="csX6" fmla="*/ 426244 w 531020"/>
                <a:gd name="csY6" fmla="*/ 633412 h 640130"/>
                <a:gd name="csX7" fmla="*/ 0 w 531020"/>
                <a:gd name="csY7" fmla="*/ 640130 h 640130"/>
                <a:gd name="csX8" fmla="*/ 7144 w 531020"/>
                <a:gd name="csY8" fmla="*/ 552449 h 640130"/>
                <a:gd name="csX9" fmla="*/ 95250 w 531020"/>
                <a:gd name="csY9" fmla="*/ 435769 h 640130"/>
                <a:gd name="csX10" fmla="*/ 4764 w 531020"/>
                <a:gd name="csY10" fmla="*/ 290512 h 640130"/>
                <a:gd name="csX11" fmla="*/ 57150 w 531020"/>
                <a:gd name="csY11" fmla="*/ 164306 h 640130"/>
                <a:gd name="csX12" fmla="*/ 92870 w 531020"/>
                <a:gd name="csY12" fmla="*/ 64294 h 640130"/>
                <a:gd name="csX0" fmla="*/ 92870 w 531020"/>
                <a:gd name="csY0" fmla="*/ 64294 h 640130"/>
                <a:gd name="csX1" fmla="*/ 238126 w 531020"/>
                <a:gd name="csY1" fmla="*/ 0 h 640130"/>
                <a:gd name="csX2" fmla="*/ 407195 w 531020"/>
                <a:gd name="csY2" fmla="*/ 35719 h 640130"/>
                <a:gd name="csX3" fmla="*/ 516733 w 531020"/>
                <a:gd name="csY3" fmla="*/ 199598 h 640130"/>
                <a:gd name="csX4" fmla="*/ 531020 w 531020"/>
                <a:gd name="csY4" fmla="*/ 335757 h 640130"/>
                <a:gd name="csX5" fmla="*/ 395288 w 531020"/>
                <a:gd name="csY5" fmla="*/ 471487 h 640130"/>
                <a:gd name="csX6" fmla="*/ 426244 w 531020"/>
                <a:gd name="csY6" fmla="*/ 633412 h 640130"/>
                <a:gd name="csX7" fmla="*/ 0 w 531020"/>
                <a:gd name="csY7" fmla="*/ 640130 h 640130"/>
                <a:gd name="csX8" fmla="*/ 7144 w 531020"/>
                <a:gd name="csY8" fmla="*/ 552449 h 640130"/>
                <a:gd name="csX9" fmla="*/ 95250 w 531020"/>
                <a:gd name="csY9" fmla="*/ 435769 h 640130"/>
                <a:gd name="csX10" fmla="*/ 4764 w 531020"/>
                <a:gd name="csY10" fmla="*/ 290512 h 640130"/>
                <a:gd name="csX11" fmla="*/ 19050 w 531020"/>
                <a:gd name="csY11" fmla="*/ 147638 h 640130"/>
                <a:gd name="csX12" fmla="*/ 92870 w 531020"/>
                <a:gd name="csY12" fmla="*/ 64294 h 640130"/>
                <a:gd name="csX0" fmla="*/ 92870 w 531020"/>
                <a:gd name="csY0" fmla="*/ 64294 h 640130"/>
                <a:gd name="csX1" fmla="*/ 54769 w 531020"/>
                <a:gd name="csY1" fmla="*/ 102393 h 640130"/>
                <a:gd name="csX2" fmla="*/ 238126 w 531020"/>
                <a:gd name="csY2" fmla="*/ 0 h 640130"/>
                <a:gd name="csX3" fmla="*/ 407195 w 531020"/>
                <a:gd name="csY3" fmla="*/ 35719 h 640130"/>
                <a:gd name="csX4" fmla="*/ 516733 w 531020"/>
                <a:gd name="csY4" fmla="*/ 199598 h 640130"/>
                <a:gd name="csX5" fmla="*/ 531020 w 531020"/>
                <a:gd name="csY5" fmla="*/ 335757 h 640130"/>
                <a:gd name="csX6" fmla="*/ 395288 w 531020"/>
                <a:gd name="csY6" fmla="*/ 471487 h 640130"/>
                <a:gd name="csX7" fmla="*/ 426244 w 531020"/>
                <a:gd name="csY7" fmla="*/ 633412 h 640130"/>
                <a:gd name="csX8" fmla="*/ 0 w 531020"/>
                <a:gd name="csY8" fmla="*/ 640130 h 640130"/>
                <a:gd name="csX9" fmla="*/ 7144 w 531020"/>
                <a:gd name="csY9" fmla="*/ 552449 h 640130"/>
                <a:gd name="csX10" fmla="*/ 95250 w 531020"/>
                <a:gd name="csY10" fmla="*/ 435769 h 640130"/>
                <a:gd name="csX11" fmla="*/ 4764 w 531020"/>
                <a:gd name="csY11" fmla="*/ 290512 h 640130"/>
                <a:gd name="csX12" fmla="*/ 19050 w 531020"/>
                <a:gd name="csY12" fmla="*/ 147638 h 640130"/>
                <a:gd name="csX13" fmla="*/ 92870 w 531020"/>
                <a:gd name="csY13" fmla="*/ 64294 h 640130"/>
                <a:gd name="csX0" fmla="*/ 92870 w 531020"/>
                <a:gd name="csY0" fmla="*/ 64294 h 640130"/>
                <a:gd name="csX1" fmla="*/ 45244 w 531020"/>
                <a:gd name="csY1" fmla="*/ 97631 h 640130"/>
                <a:gd name="csX2" fmla="*/ 238126 w 531020"/>
                <a:gd name="csY2" fmla="*/ 0 h 640130"/>
                <a:gd name="csX3" fmla="*/ 407195 w 531020"/>
                <a:gd name="csY3" fmla="*/ 35719 h 640130"/>
                <a:gd name="csX4" fmla="*/ 516733 w 531020"/>
                <a:gd name="csY4" fmla="*/ 199598 h 640130"/>
                <a:gd name="csX5" fmla="*/ 531020 w 531020"/>
                <a:gd name="csY5" fmla="*/ 335757 h 640130"/>
                <a:gd name="csX6" fmla="*/ 395288 w 531020"/>
                <a:gd name="csY6" fmla="*/ 471487 h 640130"/>
                <a:gd name="csX7" fmla="*/ 426244 w 531020"/>
                <a:gd name="csY7" fmla="*/ 633412 h 640130"/>
                <a:gd name="csX8" fmla="*/ 0 w 531020"/>
                <a:gd name="csY8" fmla="*/ 640130 h 640130"/>
                <a:gd name="csX9" fmla="*/ 7144 w 531020"/>
                <a:gd name="csY9" fmla="*/ 552449 h 640130"/>
                <a:gd name="csX10" fmla="*/ 95250 w 531020"/>
                <a:gd name="csY10" fmla="*/ 435769 h 640130"/>
                <a:gd name="csX11" fmla="*/ 4764 w 531020"/>
                <a:gd name="csY11" fmla="*/ 290512 h 640130"/>
                <a:gd name="csX12" fmla="*/ 19050 w 531020"/>
                <a:gd name="csY12" fmla="*/ 147638 h 640130"/>
                <a:gd name="csX13" fmla="*/ 92870 w 531020"/>
                <a:gd name="csY13" fmla="*/ 64294 h 640130"/>
                <a:gd name="csX0" fmla="*/ 0 w 609600"/>
                <a:gd name="csY0" fmla="*/ 0 h 654417"/>
                <a:gd name="csX1" fmla="*/ 123824 w 609600"/>
                <a:gd name="csY1" fmla="*/ 111918 h 654417"/>
                <a:gd name="csX2" fmla="*/ 316706 w 609600"/>
                <a:gd name="csY2" fmla="*/ 14287 h 654417"/>
                <a:gd name="csX3" fmla="*/ 485775 w 609600"/>
                <a:gd name="csY3" fmla="*/ 50006 h 654417"/>
                <a:gd name="csX4" fmla="*/ 595313 w 609600"/>
                <a:gd name="csY4" fmla="*/ 213885 h 654417"/>
                <a:gd name="csX5" fmla="*/ 609600 w 609600"/>
                <a:gd name="csY5" fmla="*/ 350044 h 654417"/>
                <a:gd name="csX6" fmla="*/ 473868 w 609600"/>
                <a:gd name="csY6" fmla="*/ 485774 h 654417"/>
                <a:gd name="csX7" fmla="*/ 504824 w 609600"/>
                <a:gd name="csY7" fmla="*/ 647699 h 654417"/>
                <a:gd name="csX8" fmla="*/ 78580 w 609600"/>
                <a:gd name="csY8" fmla="*/ 654417 h 654417"/>
                <a:gd name="csX9" fmla="*/ 85724 w 609600"/>
                <a:gd name="csY9" fmla="*/ 566736 h 654417"/>
                <a:gd name="csX10" fmla="*/ 173830 w 609600"/>
                <a:gd name="csY10" fmla="*/ 450056 h 654417"/>
                <a:gd name="csX11" fmla="*/ 83344 w 609600"/>
                <a:gd name="csY11" fmla="*/ 304799 h 654417"/>
                <a:gd name="csX12" fmla="*/ 97630 w 609600"/>
                <a:gd name="csY12" fmla="*/ 161925 h 654417"/>
                <a:gd name="csX13" fmla="*/ 0 w 609600"/>
                <a:gd name="csY13" fmla="*/ 0 h 654417"/>
                <a:gd name="csX0" fmla="*/ 0 w 609600"/>
                <a:gd name="csY0" fmla="*/ 0 h 654417"/>
                <a:gd name="csX1" fmla="*/ 211930 w 609600"/>
                <a:gd name="csY1" fmla="*/ 71437 h 654417"/>
                <a:gd name="csX2" fmla="*/ 316706 w 609600"/>
                <a:gd name="csY2" fmla="*/ 14287 h 654417"/>
                <a:gd name="csX3" fmla="*/ 485775 w 609600"/>
                <a:gd name="csY3" fmla="*/ 50006 h 654417"/>
                <a:gd name="csX4" fmla="*/ 595313 w 609600"/>
                <a:gd name="csY4" fmla="*/ 213885 h 654417"/>
                <a:gd name="csX5" fmla="*/ 609600 w 609600"/>
                <a:gd name="csY5" fmla="*/ 350044 h 654417"/>
                <a:gd name="csX6" fmla="*/ 473868 w 609600"/>
                <a:gd name="csY6" fmla="*/ 485774 h 654417"/>
                <a:gd name="csX7" fmla="*/ 504824 w 609600"/>
                <a:gd name="csY7" fmla="*/ 647699 h 654417"/>
                <a:gd name="csX8" fmla="*/ 78580 w 609600"/>
                <a:gd name="csY8" fmla="*/ 654417 h 654417"/>
                <a:gd name="csX9" fmla="*/ 85724 w 609600"/>
                <a:gd name="csY9" fmla="*/ 566736 h 654417"/>
                <a:gd name="csX10" fmla="*/ 173830 w 609600"/>
                <a:gd name="csY10" fmla="*/ 450056 h 654417"/>
                <a:gd name="csX11" fmla="*/ 83344 w 609600"/>
                <a:gd name="csY11" fmla="*/ 304799 h 654417"/>
                <a:gd name="csX12" fmla="*/ 97630 w 609600"/>
                <a:gd name="csY12" fmla="*/ 161925 h 654417"/>
                <a:gd name="csX13" fmla="*/ 0 w 609600"/>
                <a:gd name="csY13" fmla="*/ 0 h 654417"/>
                <a:gd name="csX0" fmla="*/ 57151 w 531020"/>
                <a:gd name="csY0" fmla="*/ 64294 h 640130"/>
                <a:gd name="csX1" fmla="*/ 133350 w 531020"/>
                <a:gd name="csY1" fmla="*/ 57150 h 640130"/>
                <a:gd name="csX2" fmla="*/ 238126 w 531020"/>
                <a:gd name="csY2" fmla="*/ 0 h 640130"/>
                <a:gd name="csX3" fmla="*/ 407195 w 531020"/>
                <a:gd name="csY3" fmla="*/ 35719 h 640130"/>
                <a:gd name="csX4" fmla="*/ 516733 w 531020"/>
                <a:gd name="csY4" fmla="*/ 199598 h 640130"/>
                <a:gd name="csX5" fmla="*/ 531020 w 531020"/>
                <a:gd name="csY5" fmla="*/ 335757 h 640130"/>
                <a:gd name="csX6" fmla="*/ 395288 w 531020"/>
                <a:gd name="csY6" fmla="*/ 471487 h 640130"/>
                <a:gd name="csX7" fmla="*/ 426244 w 531020"/>
                <a:gd name="csY7" fmla="*/ 633412 h 640130"/>
                <a:gd name="csX8" fmla="*/ 0 w 531020"/>
                <a:gd name="csY8" fmla="*/ 640130 h 640130"/>
                <a:gd name="csX9" fmla="*/ 7144 w 531020"/>
                <a:gd name="csY9" fmla="*/ 552449 h 640130"/>
                <a:gd name="csX10" fmla="*/ 95250 w 531020"/>
                <a:gd name="csY10" fmla="*/ 435769 h 640130"/>
                <a:gd name="csX11" fmla="*/ 4764 w 531020"/>
                <a:gd name="csY11" fmla="*/ 290512 h 640130"/>
                <a:gd name="csX12" fmla="*/ 19050 w 531020"/>
                <a:gd name="csY12" fmla="*/ 147638 h 640130"/>
                <a:gd name="csX13" fmla="*/ 57151 w 531020"/>
                <a:gd name="csY13" fmla="*/ 64294 h 640130"/>
                <a:gd name="csX0" fmla="*/ 57151 w 531020"/>
                <a:gd name="csY0" fmla="*/ 64294 h 640130"/>
                <a:gd name="csX1" fmla="*/ 133350 w 531020"/>
                <a:gd name="csY1" fmla="*/ 57150 h 640130"/>
                <a:gd name="csX2" fmla="*/ 238126 w 531020"/>
                <a:gd name="csY2" fmla="*/ 0 h 640130"/>
                <a:gd name="csX3" fmla="*/ 407195 w 531020"/>
                <a:gd name="csY3" fmla="*/ 35719 h 640130"/>
                <a:gd name="csX4" fmla="*/ 459582 w 531020"/>
                <a:gd name="csY4" fmla="*/ 116681 h 640130"/>
                <a:gd name="csX5" fmla="*/ 516733 w 531020"/>
                <a:gd name="csY5" fmla="*/ 199598 h 640130"/>
                <a:gd name="csX6" fmla="*/ 531020 w 531020"/>
                <a:gd name="csY6" fmla="*/ 335757 h 640130"/>
                <a:gd name="csX7" fmla="*/ 395288 w 531020"/>
                <a:gd name="csY7" fmla="*/ 471487 h 640130"/>
                <a:gd name="csX8" fmla="*/ 426244 w 531020"/>
                <a:gd name="csY8" fmla="*/ 633412 h 640130"/>
                <a:gd name="csX9" fmla="*/ 0 w 531020"/>
                <a:gd name="csY9" fmla="*/ 640130 h 640130"/>
                <a:gd name="csX10" fmla="*/ 7144 w 531020"/>
                <a:gd name="csY10" fmla="*/ 552449 h 640130"/>
                <a:gd name="csX11" fmla="*/ 95250 w 531020"/>
                <a:gd name="csY11" fmla="*/ 435769 h 640130"/>
                <a:gd name="csX12" fmla="*/ 4764 w 531020"/>
                <a:gd name="csY12" fmla="*/ 290512 h 640130"/>
                <a:gd name="csX13" fmla="*/ 19050 w 531020"/>
                <a:gd name="csY13" fmla="*/ 147638 h 640130"/>
                <a:gd name="csX14" fmla="*/ 57151 w 531020"/>
                <a:gd name="csY14" fmla="*/ 64294 h 640130"/>
                <a:gd name="csX0" fmla="*/ 57151 w 531020"/>
                <a:gd name="csY0" fmla="*/ 64294 h 640130"/>
                <a:gd name="csX1" fmla="*/ 133350 w 531020"/>
                <a:gd name="csY1" fmla="*/ 57150 h 640130"/>
                <a:gd name="csX2" fmla="*/ 238126 w 531020"/>
                <a:gd name="csY2" fmla="*/ 0 h 640130"/>
                <a:gd name="csX3" fmla="*/ 407195 w 531020"/>
                <a:gd name="csY3" fmla="*/ 35719 h 640130"/>
                <a:gd name="csX4" fmla="*/ 490538 w 531020"/>
                <a:gd name="csY4" fmla="*/ 111919 h 640130"/>
                <a:gd name="csX5" fmla="*/ 516733 w 531020"/>
                <a:gd name="csY5" fmla="*/ 199598 h 640130"/>
                <a:gd name="csX6" fmla="*/ 531020 w 531020"/>
                <a:gd name="csY6" fmla="*/ 335757 h 640130"/>
                <a:gd name="csX7" fmla="*/ 395288 w 531020"/>
                <a:gd name="csY7" fmla="*/ 471487 h 640130"/>
                <a:gd name="csX8" fmla="*/ 426244 w 531020"/>
                <a:gd name="csY8" fmla="*/ 633412 h 640130"/>
                <a:gd name="csX9" fmla="*/ 0 w 531020"/>
                <a:gd name="csY9" fmla="*/ 640130 h 640130"/>
                <a:gd name="csX10" fmla="*/ 7144 w 531020"/>
                <a:gd name="csY10" fmla="*/ 552449 h 640130"/>
                <a:gd name="csX11" fmla="*/ 95250 w 531020"/>
                <a:gd name="csY11" fmla="*/ 435769 h 640130"/>
                <a:gd name="csX12" fmla="*/ 4764 w 531020"/>
                <a:gd name="csY12" fmla="*/ 290512 h 640130"/>
                <a:gd name="csX13" fmla="*/ 19050 w 531020"/>
                <a:gd name="csY13" fmla="*/ 147638 h 640130"/>
                <a:gd name="csX14" fmla="*/ 57151 w 531020"/>
                <a:gd name="csY14" fmla="*/ 64294 h 640130"/>
                <a:gd name="csX0" fmla="*/ 57151 w 531020"/>
                <a:gd name="csY0" fmla="*/ 64294 h 640130"/>
                <a:gd name="csX1" fmla="*/ 133350 w 531020"/>
                <a:gd name="csY1" fmla="*/ 57150 h 640130"/>
                <a:gd name="csX2" fmla="*/ 238126 w 531020"/>
                <a:gd name="csY2" fmla="*/ 0 h 640130"/>
                <a:gd name="csX3" fmla="*/ 333375 w 531020"/>
                <a:gd name="csY3" fmla="*/ 23812 h 640130"/>
                <a:gd name="csX4" fmla="*/ 407195 w 531020"/>
                <a:gd name="csY4" fmla="*/ 35719 h 640130"/>
                <a:gd name="csX5" fmla="*/ 490538 w 531020"/>
                <a:gd name="csY5" fmla="*/ 111919 h 640130"/>
                <a:gd name="csX6" fmla="*/ 516733 w 531020"/>
                <a:gd name="csY6" fmla="*/ 199598 h 640130"/>
                <a:gd name="csX7" fmla="*/ 531020 w 531020"/>
                <a:gd name="csY7" fmla="*/ 335757 h 640130"/>
                <a:gd name="csX8" fmla="*/ 395288 w 531020"/>
                <a:gd name="csY8" fmla="*/ 471487 h 640130"/>
                <a:gd name="csX9" fmla="*/ 426244 w 531020"/>
                <a:gd name="csY9" fmla="*/ 633412 h 640130"/>
                <a:gd name="csX10" fmla="*/ 0 w 531020"/>
                <a:gd name="csY10" fmla="*/ 640130 h 640130"/>
                <a:gd name="csX11" fmla="*/ 7144 w 531020"/>
                <a:gd name="csY11" fmla="*/ 552449 h 640130"/>
                <a:gd name="csX12" fmla="*/ 95250 w 531020"/>
                <a:gd name="csY12" fmla="*/ 435769 h 640130"/>
                <a:gd name="csX13" fmla="*/ 4764 w 531020"/>
                <a:gd name="csY13" fmla="*/ 290512 h 640130"/>
                <a:gd name="csX14" fmla="*/ 19050 w 531020"/>
                <a:gd name="csY14" fmla="*/ 147638 h 640130"/>
                <a:gd name="csX15" fmla="*/ 57151 w 531020"/>
                <a:gd name="csY15" fmla="*/ 64294 h 640130"/>
                <a:gd name="csX0" fmla="*/ 57151 w 531020"/>
                <a:gd name="csY0" fmla="*/ 64294 h 640130"/>
                <a:gd name="csX1" fmla="*/ 133350 w 531020"/>
                <a:gd name="csY1" fmla="*/ 57150 h 640130"/>
                <a:gd name="csX2" fmla="*/ 238126 w 531020"/>
                <a:gd name="csY2" fmla="*/ 0 h 640130"/>
                <a:gd name="csX3" fmla="*/ 316707 w 531020"/>
                <a:gd name="csY3" fmla="*/ 26193 h 640130"/>
                <a:gd name="csX4" fmla="*/ 407195 w 531020"/>
                <a:gd name="csY4" fmla="*/ 35719 h 640130"/>
                <a:gd name="csX5" fmla="*/ 490538 w 531020"/>
                <a:gd name="csY5" fmla="*/ 111919 h 640130"/>
                <a:gd name="csX6" fmla="*/ 516733 w 531020"/>
                <a:gd name="csY6" fmla="*/ 199598 h 640130"/>
                <a:gd name="csX7" fmla="*/ 531020 w 531020"/>
                <a:gd name="csY7" fmla="*/ 335757 h 640130"/>
                <a:gd name="csX8" fmla="*/ 395288 w 531020"/>
                <a:gd name="csY8" fmla="*/ 471487 h 640130"/>
                <a:gd name="csX9" fmla="*/ 426244 w 531020"/>
                <a:gd name="csY9" fmla="*/ 633412 h 640130"/>
                <a:gd name="csX10" fmla="*/ 0 w 531020"/>
                <a:gd name="csY10" fmla="*/ 640130 h 640130"/>
                <a:gd name="csX11" fmla="*/ 7144 w 531020"/>
                <a:gd name="csY11" fmla="*/ 552449 h 640130"/>
                <a:gd name="csX12" fmla="*/ 95250 w 531020"/>
                <a:gd name="csY12" fmla="*/ 435769 h 640130"/>
                <a:gd name="csX13" fmla="*/ 4764 w 531020"/>
                <a:gd name="csY13" fmla="*/ 290512 h 640130"/>
                <a:gd name="csX14" fmla="*/ 19050 w 531020"/>
                <a:gd name="csY14" fmla="*/ 147638 h 640130"/>
                <a:gd name="csX15" fmla="*/ 57151 w 531020"/>
                <a:gd name="csY15" fmla="*/ 64294 h 640130"/>
                <a:gd name="csX0" fmla="*/ 57151 w 531020"/>
                <a:gd name="csY0" fmla="*/ 66675 h 642511"/>
                <a:gd name="csX1" fmla="*/ 133350 w 531020"/>
                <a:gd name="csY1" fmla="*/ 59531 h 642511"/>
                <a:gd name="csX2" fmla="*/ 254795 w 531020"/>
                <a:gd name="csY2" fmla="*/ 0 h 642511"/>
                <a:gd name="csX3" fmla="*/ 316707 w 531020"/>
                <a:gd name="csY3" fmla="*/ 28574 h 642511"/>
                <a:gd name="csX4" fmla="*/ 407195 w 531020"/>
                <a:gd name="csY4" fmla="*/ 38100 h 642511"/>
                <a:gd name="csX5" fmla="*/ 490538 w 531020"/>
                <a:gd name="csY5" fmla="*/ 114300 h 642511"/>
                <a:gd name="csX6" fmla="*/ 516733 w 531020"/>
                <a:gd name="csY6" fmla="*/ 201979 h 642511"/>
                <a:gd name="csX7" fmla="*/ 531020 w 531020"/>
                <a:gd name="csY7" fmla="*/ 338138 h 642511"/>
                <a:gd name="csX8" fmla="*/ 395288 w 531020"/>
                <a:gd name="csY8" fmla="*/ 473868 h 642511"/>
                <a:gd name="csX9" fmla="*/ 426244 w 531020"/>
                <a:gd name="csY9" fmla="*/ 635793 h 642511"/>
                <a:gd name="csX10" fmla="*/ 0 w 531020"/>
                <a:gd name="csY10" fmla="*/ 642511 h 642511"/>
                <a:gd name="csX11" fmla="*/ 7144 w 531020"/>
                <a:gd name="csY11" fmla="*/ 554830 h 642511"/>
                <a:gd name="csX12" fmla="*/ 95250 w 531020"/>
                <a:gd name="csY12" fmla="*/ 438150 h 642511"/>
                <a:gd name="csX13" fmla="*/ 4764 w 531020"/>
                <a:gd name="csY13" fmla="*/ 292893 h 642511"/>
                <a:gd name="csX14" fmla="*/ 19050 w 531020"/>
                <a:gd name="csY14" fmla="*/ 150019 h 642511"/>
                <a:gd name="csX15" fmla="*/ 57151 w 531020"/>
                <a:gd name="csY15" fmla="*/ 66675 h 642511"/>
                <a:gd name="csX0" fmla="*/ 57151 w 531020"/>
                <a:gd name="csY0" fmla="*/ 66675 h 642511"/>
                <a:gd name="csX1" fmla="*/ 133350 w 531020"/>
                <a:gd name="csY1" fmla="*/ 59531 h 642511"/>
                <a:gd name="csX2" fmla="*/ 190500 w 531020"/>
                <a:gd name="csY2" fmla="*/ 30956 h 642511"/>
                <a:gd name="csX3" fmla="*/ 254795 w 531020"/>
                <a:gd name="csY3" fmla="*/ 0 h 642511"/>
                <a:gd name="csX4" fmla="*/ 316707 w 531020"/>
                <a:gd name="csY4" fmla="*/ 28574 h 642511"/>
                <a:gd name="csX5" fmla="*/ 407195 w 531020"/>
                <a:gd name="csY5" fmla="*/ 38100 h 642511"/>
                <a:gd name="csX6" fmla="*/ 490538 w 531020"/>
                <a:gd name="csY6" fmla="*/ 114300 h 642511"/>
                <a:gd name="csX7" fmla="*/ 516733 w 531020"/>
                <a:gd name="csY7" fmla="*/ 201979 h 642511"/>
                <a:gd name="csX8" fmla="*/ 531020 w 531020"/>
                <a:gd name="csY8" fmla="*/ 338138 h 642511"/>
                <a:gd name="csX9" fmla="*/ 395288 w 531020"/>
                <a:gd name="csY9" fmla="*/ 473868 h 642511"/>
                <a:gd name="csX10" fmla="*/ 426244 w 531020"/>
                <a:gd name="csY10" fmla="*/ 635793 h 642511"/>
                <a:gd name="csX11" fmla="*/ 0 w 531020"/>
                <a:gd name="csY11" fmla="*/ 642511 h 642511"/>
                <a:gd name="csX12" fmla="*/ 7144 w 531020"/>
                <a:gd name="csY12" fmla="*/ 554830 h 642511"/>
                <a:gd name="csX13" fmla="*/ 95250 w 531020"/>
                <a:gd name="csY13" fmla="*/ 438150 h 642511"/>
                <a:gd name="csX14" fmla="*/ 4764 w 531020"/>
                <a:gd name="csY14" fmla="*/ 292893 h 642511"/>
                <a:gd name="csX15" fmla="*/ 19050 w 531020"/>
                <a:gd name="csY15" fmla="*/ 150019 h 642511"/>
                <a:gd name="csX16" fmla="*/ 57151 w 531020"/>
                <a:gd name="csY16" fmla="*/ 66675 h 642511"/>
                <a:gd name="csX0" fmla="*/ 57151 w 531020"/>
                <a:gd name="csY0" fmla="*/ 66675 h 642511"/>
                <a:gd name="csX1" fmla="*/ 133350 w 531020"/>
                <a:gd name="csY1" fmla="*/ 59531 h 642511"/>
                <a:gd name="csX2" fmla="*/ 185737 w 531020"/>
                <a:gd name="csY2" fmla="*/ 7144 h 642511"/>
                <a:gd name="csX3" fmla="*/ 254795 w 531020"/>
                <a:gd name="csY3" fmla="*/ 0 h 642511"/>
                <a:gd name="csX4" fmla="*/ 316707 w 531020"/>
                <a:gd name="csY4" fmla="*/ 28574 h 642511"/>
                <a:gd name="csX5" fmla="*/ 407195 w 531020"/>
                <a:gd name="csY5" fmla="*/ 38100 h 642511"/>
                <a:gd name="csX6" fmla="*/ 490538 w 531020"/>
                <a:gd name="csY6" fmla="*/ 114300 h 642511"/>
                <a:gd name="csX7" fmla="*/ 516733 w 531020"/>
                <a:gd name="csY7" fmla="*/ 201979 h 642511"/>
                <a:gd name="csX8" fmla="*/ 531020 w 531020"/>
                <a:gd name="csY8" fmla="*/ 338138 h 642511"/>
                <a:gd name="csX9" fmla="*/ 395288 w 531020"/>
                <a:gd name="csY9" fmla="*/ 473868 h 642511"/>
                <a:gd name="csX10" fmla="*/ 426244 w 531020"/>
                <a:gd name="csY10" fmla="*/ 635793 h 642511"/>
                <a:gd name="csX11" fmla="*/ 0 w 531020"/>
                <a:gd name="csY11" fmla="*/ 642511 h 642511"/>
                <a:gd name="csX12" fmla="*/ 7144 w 531020"/>
                <a:gd name="csY12" fmla="*/ 554830 h 642511"/>
                <a:gd name="csX13" fmla="*/ 95250 w 531020"/>
                <a:gd name="csY13" fmla="*/ 438150 h 642511"/>
                <a:gd name="csX14" fmla="*/ 4764 w 531020"/>
                <a:gd name="csY14" fmla="*/ 292893 h 642511"/>
                <a:gd name="csX15" fmla="*/ 19050 w 531020"/>
                <a:gd name="csY15" fmla="*/ 150019 h 642511"/>
                <a:gd name="csX16" fmla="*/ 57151 w 531020"/>
                <a:gd name="csY16" fmla="*/ 66675 h 642511"/>
                <a:gd name="csX0" fmla="*/ 57151 w 531020"/>
                <a:gd name="csY0" fmla="*/ 66675 h 642511"/>
                <a:gd name="csX1" fmla="*/ 133350 w 531020"/>
                <a:gd name="csY1" fmla="*/ 59531 h 642511"/>
                <a:gd name="csX2" fmla="*/ 185737 w 531020"/>
                <a:gd name="csY2" fmla="*/ 7144 h 642511"/>
                <a:gd name="csX3" fmla="*/ 254795 w 531020"/>
                <a:gd name="csY3" fmla="*/ 0 h 642511"/>
                <a:gd name="csX4" fmla="*/ 316707 w 531020"/>
                <a:gd name="csY4" fmla="*/ 28574 h 642511"/>
                <a:gd name="csX5" fmla="*/ 407195 w 531020"/>
                <a:gd name="csY5" fmla="*/ 38100 h 642511"/>
                <a:gd name="csX6" fmla="*/ 490538 w 531020"/>
                <a:gd name="csY6" fmla="*/ 114300 h 642511"/>
                <a:gd name="csX7" fmla="*/ 516733 w 531020"/>
                <a:gd name="csY7" fmla="*/ 201979 h 642511"/>
                <a:gd name="csX8" fmla="*/ 531020 w 531020"/>
                <a:gd name="csY8" fmla="*/ 338138 h 642511"/>
                <a:gd name="csX9" fmla="*/ 457200 w 531020"/>
                <a:gd name="csY9" fmla="*/ 407194 h 642511"/>
                <a:gd name="csX10" fmla="*/ 395288 w 531020"/>
                <a:gd name="csY10" fmla="*/ 473868 h 642511"/>
                <a:gd name="csX11" fmla="*/ 426244 w 531020"/>
                <a:gd name="csY11" fmla="*/ 635793 h 642511"/>
                <a:gd name="csX12" fmla="*/ 0 w 531020"/>
                <a:gd name="csY12" fmla="*/ 642511 h 642511"/>
                <a:gd name="csX13" fmla="*/ 7144 w 531020"/>
                <a:gd name="csY13" fmla="*/ 554830 h 642511"/>
                <a:gd name="csX14" fmla="*/ 95250 w 531020"/>
                <a:gd name="csY14" fmla="*/ 438150 h 642511"/>
                <a:gd name="csX15" fmla="*/ 4764 w 531020"/>
                <a:gd name="csY15" fmla="*/ 292893 h 642511"/>
                <a:gd name="csX16" fmla="*/ 19050 w 531020"/>
                <a:gd name="csY16" fmla="*/ 150019 h 642511"/>
                <a:gd name="csX17" fmla="*/ 57151 w 531020"/>
                <a:gd name="csY17" fmla="*/ 66675 h 642511"/>
                <a:gd name="csX0" fmla="*/ 57151 w 531020"/>
                <a:gd name="csY0" fmla="*/ 66675 h 642511"/>
                <a:gd name="csX1" fmla="*/ 133350 w 531020"/>
                <a:gd name="csY1" fmla="*/ 59531 h 642511"/>
                <a:gd name="csX2" fmla="*/ 185737 w 531020"/>
                <a:gd name="csY2" fmla="*/ 7144 h 642511"/>
                <a:gd name="csX3" fmla="*/ 254795 w 531020"/>
                <a:gd name="csY3" fmla="*/ 0 h 642511"/>
                <a:gd name="csX4" fmla="*/ 316707 w 531020"/>
                <a:gd name="csY4" fmla="*/ 28574 h 642511"/>
                <a:gd name="csX5" fmla="*/ 407195 w 531020"/>
                <a:gd name="csY5" fmla="*/ 38100 h 642511"/>
                <a:gd name="csX6" fmla="*/ 490538 w 531020"/>
                <a:gd name="csY6" fmla="*/ 114300 h 642511"/>
                <a:gd name="csX7" fmla="*/ 516733 w 531020"/>
                <a:gd name="csY7" fmla="*/ 201979 h 642511"/>
                <a:gd name="csX8" fmla="*/ 531020 w 531020"/>
                <a:gd name="csY8" fmla="*/ 338138 h 642511"/>
                <a:gd name="csX9" fmla="*/ 447675 w 531020"/>
                <a:gd name="csY9" fmla="*/ 400050 h 642511"/>
                <a:gd name="csX10" fmla="*/ 395288 w 531020"/>
                <a:gd name="csY10" fmla="*/ 473868 h 642511"/>
                <a:gd name="csX11" fmla="*/ 426244 w 531020"/>
                <a:gd name="csY11" fmla="*/ 635793 h 642511"/>
                <a:gd name="csX12" fmla="*/ 0 w 531020"/>
                <a:gd name="csY12" fmla="*/ 642511 h 642511"/>
                <a:gd name="csX13" fmla="*/ 7144 w 531020"/>
                <a:gd name="csY13" fmla="*/ 554830 h 642511"/>
                <a:gd name="csX14" fmla="*/ 95250 w 531020"/>
                <a:gd name="csY14" fmla="*/ 438150 h 642511"/>
                <a:gd name="csX15" fmla="*/ 4764 w 531020"/>
                <a:gd name="csY15" fmla="*/ 292893 h 642511"/>
                <a:gd name="csX16" fmla="*/ 19050 w 531020"/>
                <a:gd name="csY16" fmla="*/ 150019 h 642511"/>
                <a:gd name="csX17" fmla="*/ 57151 w 531020"/>
                <a:gd name="csY17" fmla="*/ 66675 h 642511"/>
                <a:gd name="csX0" fmla="*/ 57151 w 531020"/>
                <a:gd name="csY0" fmla="*/ 66675 h 642511"/>
                <a:gd name="csX1" fmla="*/ 133350 w 531020"/>
                <a:gd name="csY1" fmla="*/ 59531 h 642511"/>
                <a:gd name="csX2" fmla="*/ 185737 w 531020"/>
                <a:gd name="csY2" fmla="*/ 7144 h 642511"/>
                <a:gd name="csX3" fmla="*/ 254795 w 531020"/>
                <a:gd name="csY3" fmla="*/ 0 h 642511"/>
                <a:gd name="csX4" fmla="*/ 316707 w 531020"/>
                <a:gd name="csY4" fmla="*/ 28574 h 642511"/>
                <a:gd name="csX5" fmla="*/ 407195 w 531020"/>
                <a:gd name="csY5" fmla="*/ 38100 h 642511"/>
                <a:gd name="csX6" fmla="*/ 490538 w 531020"/>
                <a:gd name="csY6" fmla="*/ 114300 h 642511"/>
                <a:gd name="csX7" fmla="*/ 516733 w 531020"/>
                <a:gd name="csY7" fmla="*/ 201979 h 642511"/>
                <a:gd name="csX8" fmla="*/ 531020 w 531020"/>
                <a:gd name="csY8" fmla="*/ 338138 h 642511"/>
                <a:gd name="csX9" fmla="*/ 447675 w 531020"/>
                <a:gd name="csY9" fmla="*/ 400050 h 642511"/>
                <a:gd name="csX10" fmla="*/ 395288 w 531020"/>
                <a:gd name="csY10" fmla="*/ 473868 h 642511"/>
                <a:gd name="csX11" fmla="*/ 426244 w 531020"/>
                <a:gd name="csY11" fmla="*/ 635793 h 642511"/>
                <a:gd name="csX12" fmla="*/ 0 w 531020"/>
                <a:gd name="csY12" fmla="*/ 642511 h 642511"/>
                <a:gd name="csX13" fmla="*/ 7144 w 531020"/>
                <a:gd name="csY13" fmla="*/ 554830 h 642511"/>
                <a:gd name="csX14" fmla="*/ 35719 w 531020"/>
                <a:gd name="csY14" fmla="*/ 511969 h 642511"/>
                <a:gd name="csX15" fmla="*/ 95250 w 531020"/>
                <a:gd name="csY15" fmla="*/ 438150 h 642511"/>
                <a:gd name="csX16" fmla="*/ 4764 w 531020"/>
                <a:gd name="csY16" fmla="*/ 292893 h 642511"/>
                <a:gd name="csX17" fmla="*/ 19050 w 531020"/>
                <a:gd name="csY17" fmla="*/ 150019 h 642511"/>
                <a:gd name="csX18" fmla="*/ 57151 w 531020"/>
                <a:gd name="csY18" fmla="*/ 66675 h 642511"/>
                <a:gd name="csX0" fmla="*/ 57151 w 531020"/>
                <a:gd name="csY0" fmla="*/ 66675 h 642511"/>
                <a:gd name="csX1" fmla="*/ 133350 w 531020"/>
                <a:gd name="csY1" fmla="*/ 59531 h 642511"/>
                <a:gd name="csX2" fmla="*/ 185737 w 531020"/>
                <a:gd name="csY2" fmla="*/ 7144 h 642511"/>
                <a:gd name="csX3" fmla="*/ 254795 w 531020"/>
                <a:gd name="csY3" fmla="*/ 0 h 642511"/>
                <a:gd name="csX4" fmla="*/ 316707 w 531020"/>
                <a:gd name="csY4" fmla="*/ 28574 h 642511"/>
                <a:gd name="csX5" fmla="*/ 407195 w 531020"/>
                <a:gd name="csY5" fmla="*/ 38100 h 642511"/>
                <a:gd name="csX6" fmla="*/ 490538 w 531020"/>
                <a:gd name="csY6" fmla="*/ 114300 h 642511"/>
                <a:gd name="csX7" fmla="*/ 516733 w 531020"/>
                <a:gd name="csY7" fmla="*/ 201979 h 642511"/>
                <a:gd name="csX8" fmla="*/ 531020 w 531020"/>
                <a:gd name="csY8" fmla="*/ 338138 h 642511"/>
                <a:gd name="csX9" fmla="*/ 447675 w 531020"/>
                <a:gd name="csY9" fmla="*/ 400050 h 642511"/>
                <a:gd name="csX10" fmla="*/ 395288 w 531020"/>
                <a:gd name="csY10" fmla="*/ 473868 h 642511"/>
                <a:gd name="csX11" fmla="*/ 426244 w 531020"/>
                <a:gd name="csY11" fmla="*/ 635793 h 642511"/>
                <a:gd name="csX12" fmla="*/ 0 w 531020"/>
                <a:gd name="csY12" fmla="*/ 642511 h 642511"/>
                <a:gd name="csX13" fmla="*/ 7144 w 531020"/>
                <a:gd name="csY13" fmla="*/ 554830 h 642511"/>
                <a:gd name="csX14" fmla="*/ 52387 w 531020"/>
                <a:gd name="csY14" fmla="*/ 485775 h 642511"/>
                <a:gd name="csX15" fmla="*/ 95250 w 531020"/>
                <a:gd name="csY15" fmla="*/ 438150 h 642511"/>
                <a:gd name="csX16" fmla="*/ 4764 w 531020"/>
                <a:gd name="csY16" fmla="*/ 292893 h 642511"/>
                <a:gd name="csX17" fmla="*/ 19050 w 531020"/>
                <a:gd name="csY17" fmla="*/ 150019 h 642511"/>
                <a:gd name="csX18" fmla="*/ 57151 w 531020"/>
                <a:gd name="csY18" fmla="*/ 66675 h 642511"/>
                <a:gd name="csX0" fmla="*/ 57151 w 531020"/>
                <a:gd name="csY0" fmla="*/ 66675 h 642511"/>
                <a:gd name="csX1" fmla="*/ 133350 w 531020"/>
                <a:gd name="csY1" fmla="*/ 59531 h 642511"/>
                <a:gd name="csX2" fmla="*/ 185737 w 531020"/>
                <a:gd name="csY2" fmla="*/ 7144 h 642511"/>
                <a:gd name="csX3" fmla="*/ 254795 w 531020"/>
                <a:gd name="csY3" fmla="*/ 0 h 642511"/>
                <a:gd name="csX4" fmla="*/ 316707 w 531020"/>
                <a:gd name="csY4" fmla="*/ 28574 h 642511"/>
                <a:gd name="csX5" fmla="*/ 407195 w 531020"/>
                <a:gd name="csY5" fmla="*/ 38100 h 642511"/>
                <a:gd name="csX6" fmla="*/ 490538 w 531020"/>
                <a:gd name="csY6" fmla="*/ 114300 h 642511"/>
                <a:gd name="csX7" fmla="*/ 516733 w 531020"/>
                <a:gd name="csY7" fmla="*/ 201979 h 642511"/>
                <a:gd name="csX8" fmla="*/ 531020 w 531020"/>
                <a:gd name="csY8" fmla="*/ 338138 h 642511"/>
                <a:gd name="csX9" fmla="*/ 447675 w 531020"/>
                <a:gd name="csY9" fmla="*/ 400050 h 642511"/>
                <a:gd name="csX10" fmla="*/ 395288 w 531020"/>
                <a:gd name="csY10" fmla="*/ 473868 h 642511"/>
                <a:gd name="csX11" fmla="*/ 426244 w 531020"/>
                <a:gd name="csY11" fmla="*/ 635793 h 642511"/>
                <a:gd name="csX12" fmla="*/ 0 w 531020"/>
                <a:gd name="csY12" fmla="*/ 642511 h 642511"/>
                <a:gd name="csX13" fmla="*/ 7144 w 531020"/>
                <a:gd name="csY13" fmla="*/ 554830 h 642511"/>
                <a:gd name="csX14" fmla="*/ 19050 w 531020"/>
                <a:gd name="csY14" fmla="*/ 528638 h 642511"/>
                <a:gd name="csX15" fmla="*/ 52387 w 531020"/>
                <a:gd name="csY15" fmla="*/ 485775 h 642511"/>
                <a:gd name="csX16" fmla="*/ 95250 w 531020"/>
                <a:gd name="csY16" fmla="*/ 438150 h 642511"/>
                <a:gd name="csX17" fmla="*/ 4764 w 531020"/>
                <a:gd name="csY17" fmla="*/ 292893 h 642511"/>
                <a:gd name="csX18" fmla="*/ 19050 w 531020"/>
                <a:gd name="csY18" fmla="*/ 150019 h 642511"/>
                <a:gd name="csX19" fmla="*/ 57151 w 531020"/>
                <a:gd name="csY19" fmla="*/ 66675 h 642511"/>
                <a:gd name="csX0" fmla="*/ 57151 w 531020"/>
                <a:gd name="csY0" fmla="*/ 66675 h 642511"/>
                <a:gd name="csX1" fmla="*/ 133350 w 531020"/>
                <a:gd name="csY1" fmla="*/ 59531 h 642511"/>
                <a:gd name="csX2" fmla="*/ 185737 w 531020"/>
                <a:gd name="csY2" fmla="*/ 7144 h 642511"/>
                <a:gd name="csX3" fmla="*/ 254795 w 531020"/>
                <a:gd name="csY3" fmla="*/ 0 h 642511"/>
                <a:gd name="csX4" fmla="*/ 316707 w 531020"/>
                <a:gd name="csY4" fmla="*/ 28574 h 642511"/>
                <a:gd name="csX5" fmla="*/ 407195 w 531020"/>
                <a:gd name="csY5" fmla="*/ 38100 h 642511"/>
                <a:gd name="csX6" fmla="*/ 490538 w 531020"/>
                <a:gd name="csY6" fmla="*/ 114300 h 642511"/>
                <a:gd name="csX7" fmla="*/ 516733 w 531020"/>
                <a:gd name="csY7" fmla="*/ 201979 h 642511"/>
                <a:gd name="csX8" fmla="*/ 531020 w 531020"/>
                <a:gd name="csY8" fmla="*/ 338138 h 642511"/>
                <a:gd name="csX9" fmla="*/ 447675 w 531020"/>
                <a:gd name="csY9" fmla="*/ 400050 h 642511"/>
                <a:gd name="csX10" fmla="*/ 395288 w 531020"/>
                <a:gd name="csY10" fmla="*/ 473868 h 642511"/>
                <a:gd name="csX11" fmla="*/ 426244 w 531020"/>
                <a:gd name="csY11" fmla="*/ 635793 h 642511"/>
                <a:gd name="csX12" fmla="*/ 0 w 531020"/>
                <a:gd name="csY12" fmla="*/ 642511 h 642511"/>
                <a:gd name="csX13" fmla="*/ 7144 w 531020"/>
                <a:gd name="csY13" fmla="*/ 554830 h 642511"/>
                <a:gd name="csX14" fmla="*/ 54768 w 531020"/>
                <a:gd name="csY14" fmla="*/ 519113 h 642511"/>
                <a:gd name="csX15" fmla="*/ 52387 w 531020"/>
                <a:gd name="csY15" fmla="*/ 485775 h 642511"/>
                <a:gd name="csX16" fmla="*/ 95250 w 531020"/>
                <a:gd name="csY16" fmla="*/ 438150 h 642511"/>
                <a:gd name="csX17" fmla="*/ 4764 w 531020"/>
                <a:gd name="csY17" fmla="*/ 292893 h 642511"/>
                <a:gd name="csX18" fmla="*/ 19050 w 531020"/>
                <a:gd name="csY18" fmla="*/ 150019 h 642511"/>
                <a:gd name="csX19" fmla="*/ 57151 w 531020"/>
                <a:gd name="csY19" fmla="*/ 66675 h 642511"/>
                <a:gd name="csX0" fmla="*/ 57151 w 531020"/>
                <a:gd name="csY0" fmla="*/ 66675 h 642511"/>
                <a:gd name="csX1" fmla="*/ 133350 w 531020"/>
                <a:gd name="csY1" fmla="*/ 59531 h 642511"/>
                <a:gd name="csX2" fmla="*/ 185737 w 531020"/>
                <a:gd name="csY2" fmla="*/ 7144 h 642511"/>
                <a:gd name="csX3" fmla="*/ 254795 w 531020"/>
                <a:gd name="csY3" fmla="*/ 0 h 642511"/>
                <a:gd name="csX4" fmla="*/ 316707 w 531020"/>
                <a:gd name="csY4" fmla="*/ 28574 h 642511"/>
                <a:gd name="csX5" fmla="*/ 407195 w 531020"/>
                <a:gd name="csY5" fmla="*/ 38100 h 642511"/>
                <a:gd name="csX6" fmla="*/ 490538 w 531020"/>
                <a:gd name="csY6" fmla="*/ 114300 h 642511"/>
                <a:gd name="csX7" fmla="*/ 516733 w 531020"/>
                <a:gd name="csY7" fmla="*/ 201979 h 642511"/>
                <a:gd name="csX8" fmla="*/ 531020 w 531020"/>
                <a:gd name="csY8" fmla="*/ 338138 h 642511"/>
                <a:gd name="csX9" fmla="*/ 447675 w 531020"/>
                <a:gd name="csY9" fmla="*/ 400050 h 642511"/>
                <a:gd name="csX10" fmla="*/ 395288 w 531020"/>
                <a:gd name="csY10" fmla="*/ 473868 h 642511"/>
                <a:gd name="csX11" fmla="*/ 409575 w 531020"/>
                <a:gd name="csY11" fmla="*/ 561975 h 642511"/>
                <a:gd name="csX12" fmla="*/ 426244 w 531020"/>
                <a:gd name="csY12" fmla="*/ 635793 h 642511"/>
                <a:gd name="csX13" fmla="*/ 0 w 531020"/>
                <a:gd name="csY13" fmla="*/ 642511 h 642511"/>
                <a:gd name="csX14" fmla="*/ 7144 w 531020"/>
                <a:gd name="csY14" fmla="*/ 554830 h 642511"/>
                <a:gd name="csX15" fmla="*/ 54768 w 531020"/>
                <a:gd name="csY15" fmla="*/ 519113 h 642511"/>
                <a:gd name="csX16" fmla="*/ 52387 w 531020"/>
                <a:gd name="csY16" fmla="*/ 485775 h 642511"/>
                <a:gd name="csX17" fmla="*/ 95250 w 531020"/>
                <a:gd name="csY17" fmla="*/ 438150 h 642511"/>
                <a:gd name="csX18" fmla="*/ 4764 w 531020"/>
                <a:gd name="csY18" fmla="*/ 292893 h 642511"/>
                <a:gd name="csX19" fmla="*/ 19050 w 531020"/>
                <a:gd name="csY19" fmla="*/ 150019 h 642511"/>
                <a:gd name="csX20" fmla="*/ 57151 w 531020"/>
                <a:gd name="csY20" fmla="*/ 66675 h 642511"/>
                <a:gd name="csX0" fmla="*/ 57151 w 531020"/>
                <a:gd name="csY0" fmla="*/ 66675 h 642511"/>
                <a:gd name="csX1" fmla="*/ 133350 w 531020"/>
                <a:gd name="csY1" fmla="*/ 59531 h 642511"/>
                <a:gd name="csX2" fmla="*/ 185737 w 531020"/>
                <a:gd name="csY2" fmla="*/ 7144 h 642511"/>
                <a:gd name="csX3" fmla="*/ 254795 w 531020"/>
                <a:gd name="csY3" fmla="*/ 0 h 642511"/>
                <a:gd name="csX4" fmla="*/ 316707 w 531020"/>
                <a:gd name="csY4" fmla="*/ 28574 h 642511"/>
                <a:gd name="csX5" fmla="*/ 407195 w 531020"/>
                <a:gd name="csY5" fmla="*/ 38100 h 642511"/>
                <a:gd name="csX6" fmla="*/ 490538 w 531020"/>
                <a:gd name="csY6" fmla="*/ 114300 h 642511"/>
                <a:gd name="csX7" fmla="*/ 516733 w 531020"/>
                <a:gd name="csY7" fmla="*/ 201979 h 642511"/>
                <a:gd name="csX8" fmla="*/ 531020 w 531020"/>
                <a:gd name="csY8" fmla="*/ 338138 h 642511"/>
                <a:gd name="csX9" fmla="*/ 447675 w 531020"/>
                <a:gd name="csY9" fmla="*/ 400050 h 642511"/>
                <a:gd name="csX10" fmla="*/ 395288 w 531020"/>
                <a:gd name="csY10" fmla="*/ 473868 h 642511"/>
                <a:gd name="csX11" fmla="*/ 404812 w 531020"/>
                <a:gd name="csY11" fmla="*/ 571500 h 642511"/>
                <a:gd name="csX12" fmla="*/ 426244 w 531020"/>
                <a:gd name="csY12" fmla="*/ 635793 h 642511"/>
                <a:gd name="csX13" fmla="*/ 0 w 531020"/>
                <a:gd name="csY13" fmla="*/ 642511 h 642511"/>
                <a:gd name="csX14" fmla="*/ 7144 w 531020"/>
                <a:gd name="csY14" fmla="*/ 554830 h 642511"/>
                <a:gd name="csX15" fmla="*/ 54768 w 531020"/>
                <a:gd name="csY15" fmla="*/ 519113 h 642511"/>
                <a:gd name="csX16" fmla="*/ 52387 w 531020"/>
                <a:gd name="csY16" fmla="*/ 485775 h 642511"/>
                <a:gd name="csX17" fmla="*/ 95250 w 531020"/>
                <a:gd name="csY17" fmla="*/ 438150 h 642511"/>
                <a:gd name="csX18" fmla="*/ 4764 w 531020"/>
                <a:gd name="csY18" fmla="*/ 292893 h 642511"/>
                <a:gd name="csX19" fmla="*/ 19050 w 531020"/>
                <a:gd name="csY19" fmla="*/ 150019 h 642511"/>
                <a:gd name="csX20" fmla="*/ 57151 w 531020"/>
                <a:gd name="csY20" fmla="*/ 66675 h 642511"/>
                <a:gd name="csX0" fmla="*/ 57151 w 531020"/>
                <a:gd name="csY0" fmla="*/ 76200 h 652036"/>
                <a:gd name="csX1" fmla="*/ 133350 w 531020"/>
                <a:gd name="csY1" fmla="*/ 69056 h 652036"/>
                <a:gd name="csX2" fmla="*/ 185737 w 531020"/>
                <a:gd name="csY2" fmla="*/ 16669 h 652036"/>
                <a:gd name="csX3" fmla="*/ 250033 w 531020"/>
                <a:gd name="csY3" fmla="*/ 0 h 652036"/>
                <a:gd name="csX4" fmla="*/ 316707 w 531020"/>
                <a:gd name="csY4" fmla="*/ 38099 h 652036"/>
                <a:gd name="csX5" fmla="*/ 407195 w 531020"/>
                <a:gd name="csY5" fmla="*/ 47625 h 652036"/>
                <a:gd name="csX6" fmla="*/ 490538 w 531020"/>
                <a:gd name="csY6" fmla="*/ 123825 h 652036"/>
                <a:gd name="csX7" fmla="*/ 516733 w 531020"/>
                <a:gd name="csY7" fmla="*/ 211504 h 652036"/>
                <a:gd name="csX8" fmla="*/ 531020 w 531020"/>
                <a:gd name="csY8" fmla="*/ 347663 h 652036"/>
                <a:gd name="csX9" fmla="*/ 447675 w 531020"/>
                <a:gd name="csY9" fmla="*/ 409575 h 652036"/>
                <a:gd name="csX10" fmla="*/ 395288 w 531020"/>
                <a:gd name="csY10" fmla="*/ 483393 h 652036"/>
                <a:gd name="csX11" fmla="*/ 404812 w 531020"/>
                <a:gd name="csY11" fmla="*/ 581025 h 652036"/>
                <a:gd name="csX12" fmla="*/ 426244 w 531020"/>
                <a:gd name="csY12" fmla="*/ 645318 h 652036"/>
                <a:gd name="csX13" fmla="*/ 0 w 531020"/>
                <a:gd name="csY13" fmla="*/ 652036 h 652036"/>
                <a:gd name="csX14" fmla="*/ 7144 w 531020"/>
                <a:gd name="csY14" fmla="*/ 564355 h 652036"/>
                <a:gd name="csX15" fmla="*/ 54768 w 531020"/>
                <a:gd name="csY15" fmla="*/ 528638 h 652036"/>
                <a:gd name="csX16" fmla="*/ 52387 w 531020"/>
                <a:gd name="csY16" fmla="*/ 495300 h 652036"/>
                <a:gd name="csX17" fmla="*/ 95250 w 531020"/>
                <a:gd name="csY17" fmla="*/ 447675 h 652036"/>
                <a:gd name="csX18" fmla="*/ 4764 w 531020"/>
                <a:gd name="csY18" fmla="*/ 302418 h 652036"/>
                <a:gd name="csX19" fmla="*/ 19050 w 531020"/>
                <a:gd name="csY19" fmla="*/ 159544 h 652036"/>
                <a:gd name="csX20" fmla="*/ 57151 w 531020"/>
                <a:gd name="csY20" fmla="*/ 76200 h 652036"/>
                <a:gd name="csX0" fmla="*/ 57151 w 531020"/>
                <a:gd name="csY0" fmla="*/ 76200 h 652036"/>
                <a:gd name="csX1" fmla="*/ 133350 w 531020"/>
                <a:gd name="csY1" fmla="*/ 69056 h 652036"/>
                <a:gd name="csX2" fmla="*/ 185737 w 531020"/>
                <a:gd name="csY2" fmla="*/ 16669 h 652036"/>
                <a:gd name="csX3" fmla="*/ 250033 w 531020"/>
                <a:gd name="csY3" fmla="*/ 0 h 652036"/>
                <a:gd name="csX4" fmla="*/ 302419 w 531020"/>
                <a:gd name="csY4" fmla="*/ 26193 h 652036"/>
                <a:gd name="csX5" fmla="*/ 407195 w 531020"/>
                <a:gd name="csY5" fmla="*/ 47625 h 652036"/>
                <a:gd name="csX6" fmla="*/ 490538 w 531020"/>
                <a:gd name="csY6" fmla="*/ 123825 h 652036"/>
                <a:gd name="csX7" fmla="*/ 516733 w 531020"/>
                <a:gd name="csY7" fmla="*/ 211504 h 652036"/>
                <a:gd name="csX8" fmla="*/ 531020 w 531020"/>
                <a:gd name="csY8" fmla="*/ 347663 h 652036"/>
                <a:gd name="csX9" fmla="*/ 447675 w 531020"/>
                <a:gd name="csY9" fmla="*/ 409575 h 652036"/>
                <a:gd name="csX10" fmla="*/ 395288 w 531020"/>
                <a:gd name="csY10" fmla="*/ 483393 h 652036"/>
                <a:gd name="csX11" fmla="*/ 404812 w 531020"/>
                <a:gd name="csY11" fmla="*/ 581025 h 652036"/>
                <a:gd name="csX12" fmla="*/ 426244 w 531020"/>
                <a:gd name="csY12" fmla="*/ 645318 h 652036"/>
                <a:gd name="csX13" fmla="*/ 0 w 531020"/>
                <a:gd name="csY13" fmla="*/ 652036 h 652036"/>
                <a:gd name="csX14" fmla="*/ 7144 w 531020"/>
                <a:gd name="csY14" fmla="*/ 564355 h 652036"/>
                <a:gd name="csX15" fmla="*/ 54768 w 531020"/>
                <a:gd name="csY15" fmla="*/ 528638 h 652036"/>
                <a:gd name="csX16" fmla="*/ 52387 w 531020"/>
                <a:gd name="csY16" fmla="*/ 495300 h 652036"/>
                <a:gd name="csX17" fmla="*/ 95250 w 531020"/>
                <a:gd name="csY17" fmla="*/ 447675 h 652036"/>
                <a:gd name="csX18" fmla="*/ 4764 w 531020"/>
                <a:gd name="csY18" fmla="*/ 302418 h 652036"/>
                <a:gd name="csX19" fmla="*/ 19050 w 531020"/>
                <a:gd name="csY19" fmla="*/ 159544 h 652036"/>
                <a:gd name="csX20" fmla="*/ 57151 w 531020"/>
                <a:gd name="csY20" fmla="*/ 76200 h 652036"/>
                <a:gd name="csX0" fmla="*/ 57151 w 531020"/>
                <a:gd name="csY0" fmla="*/ 76200 h 652036"/>
                <a:gd name="csX1" fmla="*/ 133350 w 531020"/>
                <a:gd name="csY1" fmla="*/ 69056 h 652036"/>
                <a:gd name="csX2" fmla="*/ 185737 w 531020"/>
                <a:gd name="csY2" fmla="*/ 16669 h 652036"/>
                <a:gd name="csX3" fmla="*/ 250033 w 531020"/>
                <a:gd name="csY3" fmla="*/ 0 h 652036"/>
                <a:gd name="csX4" fmla="*/ 302419 w 531020"/>
                <a:gd name="csY4" fmla="*/ 26193 h 652036"/>
                <a:gd name="csX5" fmla="*/ 359569 w 531020"/>
                <a:gd name="csY5" fmla="*/ 30956 h 652036"/>
                <a:gd name="csX6" fmla="*/ 407195 w 531020"/>
                <a:gd name="csY6" fmla="*/ 47625 h 652036"/>
                <a:gd name="csX7" fmla="*/ 490538 w 531020"/>
                <a:gd name="csY7" fmla="*/ 123825 h 652036"/>
                <a:gd name="csX8" fmla="*/ 516733 w 531020"/>
                <a:gd name="csY8" fmla="*/ 211504 h 652036"/>
                <a:gd name="csX9" fmla="*/ 531020 w 531020"/>
                <a:gd name="csY9" fmla="*/ 347663 h 652036"/>
                <a:gd name="csX10" fmla="*/ 447675 w 531020"/>
                <a:gd name="csY10" fmla="*/ 409575 h 652036"/>
                <a:gd name="csX11" fmla="*/ 395288 w 531020"/>
                <a:gd name="csY11" fmla="*/ 483393 h 652036"/>
                <a:gd name="csX12" fmla="*/ 404812 w 531020"/>
                <a:gd name="csY12" fmla="*/ 581025 h 652036"/>
                <a:gd name="csX13" fmla="*/ 426244 w 531020"/>
                <a:gd name="csY13" fmla="*/ 645318 h 652036"/>
                <a:gd name="csX14" fmla="*/ 0 w 531020"/>
                <a:gd name="csY14" fmla="*/ 652036 h 652036"/>
                <a:gd name="csX15" fmla="*/ 7144 w 531020"/>
                <a:gd name="csY15" fmla="*/ 564355 h 652036"/>
                <a:gd name="csX16" fmla="*/ 54768 w 531020"/>
                <a:gd name="csY16" fmla="*/ 528638 h 652036"/>
                <a:gd name="csX17" fmla="*/ 52387 w 531020"/>
                <a:gd name="csY17" fmla="*/ 495300 h 652036"/>
                <a:gd name="csX18" fmla="*/ 95250 w 531020"/>
                <a:gd name="csY18" fmla="*/ 447675 h 652036"/>
                <a:gd name="csX19" fmla="*/ 4764 w 531020"/>
                <a:gd name="csY19" fmla="*/ 302418 h 652036"/>
                <a:gd name="csX20" fmla="*/ 19050 w 531020"/>
                <a:gd name="csY20" fmla="*/ 159544 h 652036"/>
                <a:gd name="csX21" fmla="*/ 57151 w 531020"/>
                <a:gd name="csY21" fmla="*/ 76200 h 652036"/>
                <a:gd name="csX0" fmla="*/ 57151 w 531020"/>
                <a:gd name="csY0" fmla="*/ 76200 h 652036"/>
                <a:gd name="csX1" fmla="*/ 133350 w 531020"/>
                <a:gd name="csY1" fmla="*/ 69056 h 652036"/>
                <a:gd name="csX2" fmla="*/ 185737 w 531020"/>
                <a:gd name="csY2" fmla="*/ 16669 h 652036"/>
                <a:gd name="csX3" fmla="*/ 250033 w 531020"/>
                <a:gd name="csY3" fmla="*/ 0 h 652036"/>
                <a:gd name="csX4" fmla="*/ 302419 w 531020"/>
                <a:gd name="csY4" fmla="*/ 26193 h 652036"/>
                <a:gd name="csX5" fmla="*/ 335757 w 531020"/>
                <a:gd name="csY5" fmla="*/ 38100 h 652036"/>
                <a:gd name="csX6" fmla="*/ 407195 w 531020"/>
                <a:gd name="csY6" fmla="*/ 47625 h 652036"/>
                <a:gd name="csX7" fmla="*/ 490538 w 531020"/>
                <a:gd name="csY7" fmla="*/ 123825 h 652036"/>
                <a:gd name="csX8" fmla="*/ 516733 w 531020"/>
                <a:gd name="csY8" fmla="*/ 211504 h 652036"/>
                <a:gd name="csX9" fmla="*/ 531020 w 531020"/>
                <a:gd name="csY9" fmla="*/ 347663 h 652036"/>
                <a:gd name="csX10" fmla="*/ 447675 w 531020"/>
                <a:gd name="csY10" fmla="*/ 409575 h 652036"/>
                <a:gd name="csX11" fmla="*/ 395288 w 531020"/>
                <a:gd name="csY11" fmla="*/ 483393 h 652036"/>
                <a:gd name="csX12" fmla="*/ 404812 w 531020"/>
                <a:gd name="csY12" fmla="*/ 581025 h 652036"/>
                <a:gd name="csX13" fmla="*/ 426244 w 531020"/>
                <a:gd name="csY13" fmla="*/ 645318 h 652036"/>
                <a:gd name="csX14" fmla="*/ 0 w 531020"/>
                <a:gd name="csY14" fmla="*/ 652036 h 652036"/>
                <a:gd name="csX15" fmla="*/ 7144 w 531020"/>
                <a:gd name="csY15" fmla="*/ 564355 h 652036"/>
                <a:gd name="csX16" fmla="*/ 54768 w 531020"/>
                <a:gd name="csY16" fmla="*/ 528638 h 652036"/>
                <a:gd name="csX17" fmla="*/ 52387 w 531020"/>
                <a:gd name="csY17" fmla="*/ 495300 h 652036"/>
                <a:gd name="csX18" fmla="*/ 95250 w 531020"/>
                <a:gd name="csY18" fmla="*/ 447675 h 652036"/>
                <a:gd name="csX19" fmla="*/ 4764 w 531020"/>
                <a:gd name="csY19" fmla="*/ 302418 h 652036"/>
                <a:gd name="csX20" fmla="*/ 19050 w 531020"/>
                <a:gd name="csY20" fmla="*/ 159544 h 652036"/>
                <a:gd name="csX21" fmla="*/ 57151 w 531020"/>
                <a:gd name="csY21" fmla="*/ 76200 h 652036"/>
                <a:gd name="csX0" fmla="*/ 57151 w 531020"/>
                <a:gd name="csY0" fmla="*/ 76200 h 652036"/>
                <a:gd name="csX1" fmla="*/ 133350 w 531020"/>
                <a:gd name="csY1" fmla="*/ 69056 h 652036"/>
                <a:gd name="csX2" fmla="*/ 185737 w 531020"/>
                <a:gd name="csY2" fmla="*/ 16669 h 652036"/>
                <a:gd name="csX3" fmla="*/ 250033 w 531020"/>
                <a:gd name="csY3" fmla="*/ 0 h 652036"/>
                <a:gd name="csX4" fmla="*/ 302419 w 531020"/>
                <a:gd name="csY4" fmla="*/ 26193 h 652036"/>
                <a:gd name="csX5" fmla="*/ 335757 w 531020"/>
                <a:gd name="csY5" fmla="*/ 38100 h 652036"/>
                <a:gd name="csX6" fmla="*/ 407195 w 531020"/>
                <a:gd name="csY6" fmla="*/ 47625 h 652036"/>
                <a:gd name="csX7" fmla="*/ 490538 w 531020"/>
                <a:gd name="csY7" fmla="*/ 123825 h 652036"/>
                <a:gd name="csX8" fmla="*/ 516733 w 531020"/>
                <a:gd name="csY8" fmla="*/ 211504 h 652036"/>
                <a:gd name="csX9" fmla="*/ 531020 w 531020"/>
                <a:gd name="csY9" fmla="*/ 347663 h 652036"/>
                <a:gd name="csX10" fmla="*/ 447675 w 531020"/>
                <a:gd name="csY10" fmla="*/ 409575 h 652036"/>
                <a:gd name="csX11" fmla="*/ 395288 w 531020"/>
                <a:gd name="csY11" fmla="*/ 483393 h 652036"/>
                <a:gd name="csX12" fmla="*/ 404812 w 531020"/>
                <a:gd name="csY12" fmla="*/ 581025 h 652036"/>
                <a:gd name="csX13" fmla="*/ 426244 w 531020"/>
                <a:gd name="csY13" fmla="*/ 645318 h 652036"/>
                <a:gd name="csX14" fmla="*/ 0 w 531020"/>
                <a:gd name="csY14" fmla="*/ 652036 h 652036"/>
                <a:gd name="csX15" fmla="*/ 7144 w 531020"/>
                <a:gd name="csY15" fmla="*/ 564355 h 652036"/>
                <a:gd name="csX16" fmla="*/ 54768 w 531020"/>
                <a:gd name="csY16" fmla="*/ 528638 h 652036"/>
                <a:gd name="csX17" fmla="*/ 52387 w 531020"/>
                <a:gd name="csY17" fmla="*/ 495300 h 652036"/>
                <a:gd name="csX18" fmla="*/ 95250 w 531020"/>
                <a:gd name="csY18" fmla="*/ 447675 h 652036"/>
                <a:gd name="csX19" fmla="*/ 45244 w 531020"/>
                <a:gd name="csY19" fmla="*/ 369094 h 652036"/>
                <a:gd name="csX20" fmla="*/ 4764 w 531020"/>
                <a:gd name="csY20" fmla="*/ 302418 h 652036"/>
                <a:gd name="csX21" fmla="*/ 19050 w 531020"/>
                <a:gd name="csY21" fmla="*/ 159544 h 652036"/>
                <a:gd name="csX22" fmla="*/ 57151 w 531020"/>
                <a:gd name="csY22" fmla="*/ 76200 h 652036"/>
                <a:gd name="csX0" fmla="*/ 57151 w 531020"/>
                <a:gd name="csY0" fmla="*/ 76200 h 652036"/>
                <a:gd name="csX1" fmla="*/ 133350 w 531020"/>
                <a:gd name="csY1" fmla="*/ 69056 h 652036"/>
                <a:gd name="csX2" fmla="*/ 185737 w 531020"/>
                <a:gd name="csY2" fmla="*/ 16669 h 652036"/>
                <a:gd name="csX3" fmla="*/ 250033 w 531020"/>
                <a:gd name="csY3" fmla="*/ 0 h 652036"/>
                <a:gd name="csX4" fmla="*/ 302419 w 531020"/>
                <a:gd name="csY4" fmla="*/ 26193 h 652036"/>
                <a:gd name="csX5" fmla="*/ 335757 w 531020"/>
                <a:gd name="csY5" fmla="*/ 38100 h 652036"/>
                <a:gd name="csX6" fmla="*/ 407195 w 531020"/>
                <a:gd name="csY6" fmla="*/ 47625 h 652036"/>
                <a:gd name="csX7" fmla="*/ 490538 w 531020"/>
                <a:gd name="csY7" fmla="*/ 123825 h 652036"/>
                <a:gd name="csX8" fmla="*/ 516733 w 531020"/>
                <a:gd name="csY8" fmla="*/ 211504 h 652036"/>
                <a:gd name="csX9" fmla="*/ 531020 w 531020"/>
                <a:gd name="csY9" fmla="*/ 347663 h 652036"/>
                <a:gd name="csX10" fmla="*/ 447675 w 531020"/>
                <a:gd name="csY10" fmla="*/ 409575 h 652036"/>
                <a:gd name="csX11" fmla="*/ 395288 w 531020"/>
                <a:gd name="csY11" fmla="*/ 483393 h 652036"/>
                <a:gd name="csX12" fmla="*/ 404812 w 531020"/>
                <a:gd name="csY12" fmla="*/ 581025 h 652036"/>
                <a:gd name="csX13" fmla="*/ 426244 w 531020"/>
                <a:gd name="csY13" fmla="*/ 645318 h 652036"/>
                <a:gd name="csX14" fmla="*/ 0 w 531020"/>
                <a:gd name="csY14" fmla="*/ 652036 h 652036"/>
                <a:gd name="csX15" fmla="*/ 7144 w 531020"/>
                <a:gd name="csY15" fmla="*/ 564355 h 652036"/>
                <a:gd name="csX16" fmla="*/ 54768 w 531020"/>
                <a:gd name="csY16" fmla="*/ 528638 h 652036"/>
                <a:gd name="csX17" fmla="*/ 52387 w 531020"/>
                <a:gd name="csY17" fmla="*/ 495300 h 652036"/>
                <a:gd name="csX18" fmla="*/ 95250 w 531020"/>
                <a:gd name="csY18" fmla="*/ 447675 h 652036"/>
                <a:gd name="csX19" fmla="*/ 23813 w 531020"/>
                <a:gd name="csY19" fmla="*/ 381000 h 652036"/>
                <a:gd name="csX20" fmla="*/ 4764 w 531020"/>
                <a:gd name="csY20" fmla="*/ 302418 h 652036"/>
                <a:gd name="csX21" fmla="*/ 19050 w 531020"/>
                <a:gd name="csY21" fmla="*/ 159544 h 652036"/>
                <a:gd name="csX22" fmla="*/ 57151 w 531020"/>
                <a:gd name="csY22" fmla="*/ 76200 h 652036"/>
                <a:gd name="csX0" fmla="*/ 57151 w 531020"/>
                <a:gd name="csY0" fmla="*/ 76200 h 652036"/>
                <a:gd name="csX1" fmla="*/ 133350 w 531020"/>
                <a:gd name="csY1" fmla="*/ 69056 h 652036"/>
                <a:gd name="csX2" fmla="*/ 185737 w 531020"/>
                <a:gd name="csY2" fmla="*/ 16669 h 652036"/>
                <a:gd name="csX3" fmla="*/ 250033 w 531020"/>
                <a:gd name="csY3" fmla="*/ 0 h 652036"/>
                <a:gd name="csX4" fmla="*/ 302419 w 531020"/>
                <a:gd name="csY4" fmla="*/ 26193 h 652036"/>
                <a:gd name="csX5" fmla="*/ 335757 w 531020"/>
                <a:gd name="csY5" fmla="*/ 38100 h 652036"/>
                <a:gd name="csX6" fmla="*/ 407195 w 531020"/>
                <a:gd name="csY6" fmla="*/ 47625 h 652036"/>
                <a:gd name="csX7" fmla="*/ 490538 w 531020"/>
                <a:gd name="csY7" fmla="*/ 123825 h 652036"/>
                <a:gd name="csX8" fmla="*/ 516733 w 531020"/>
                <a:gd name="csY8" fmla="*/ 211504 h 652036"/>
                <a:gd name="csX9" fmla="*/ 531020 w 531020"/>
                <a:gd name="csY9" fmla="*/ 347663 h 652036"/>
                <a:gd name="csX10" fmla="*/ 488157 w 531020"/>
                <a:gd name="csY10" fmla="*/ 376238 h 652036"/>
                <a:gd name="csX11" fmla="*/ 447675 w 531020"/>
                <a:gd name="csY11" fmla="*/ 409575 h 652036"/>
                <a:gd name="csX12" fmla="*/ 395288 w 531020"/>
                <a:gd name="csY12" fmla="*/ 483393 h 652036"/>
                <a:gd name="csX13" fmla="*/ 404812 w 531020"/>
                <a:gd name="csY13" fmla="*/ 581025 h 652036"/>
                <a:gd name="csX14" fmla="*/ 426244 w 531020"/>
                <a:gd name="csY14" fmla="*/ 645318 h 652036"/>
                <a:gd name="csX15" fmla="*/ 0 w 531020"/>
                <a:gd name="csY15" fmla="*/ 652036 h 652036"/>
                <a:gd name="csX16" fmla="*/ 7144 w 531020"/>
                <a:gd name="csY16" fmla="*/ 564355 h 652036"/>
                <a:gd name="csX17" fmla="*/ 54768 w 531020"/>
                <a:gd name="csY17" fmla="*/ 528638 h 652036"/>
                <a:gd name="csX18" fmla="*/ 52387 w 531020"/>
                <a:gd name="csY18" fmla="*/ 495300 h 652036"/>
                <a:gd name="csX19" fmla="*/ 95250 w 531020"/>
                <a:gd name="csY19" fmla="*/ 447675 h 652036"/>
                <a:gd name="csX20" fmla="*/ 23813 w 531020"/>
                <a:gd name="csY20" fmla="*/ 381000 h 652036"/>
                <a:gd name="csX21" fmla="*/ 4764 w 531020"/>
                <a:gd name="csY21" fmla="*/ 302418 h 652036"/>
                <a:gd name="csX22" fmla="*/ 19050 w 531020"/>
                <a:gd name="csY22" fmla="*/ 159544 h 652036"/>
                <a:gd name="csX23" fmla="*/ 57151 w 531020"/>
                <a:gd name="csY23" fmla="*/ 76200 h 652036"/>
                <a:gd name="csX0" fmla="*/ 57151 w 531020"/>
                <a:gd name="csY0" fmla="*/ 76200 h 652036"/>
                <a:gd name="csX1" fmla="*/ 133350 w 531020"/>
                <a:gd name="csY1" fmla="*/ 69056 h 652036"/>
                <a:gd name="csX2" fmla="*/ 185737 w 531020"/>
                <a:gd name="csY2" fmla="*/ 16669 h 652036"/>
                <a:gd name="csX3" fmla="*/ 250033 w 531020"/>
                <a:gd name="csY3" fmla="*/ 0 h 652036"/>
                <a:gd name="csX4" fmla="*/ 302419 w 531020"/>
                <a:gd name="csY4" fmla="*/ 26193 h 652036"/>
                <a:gd name="csX5" fmla="*/ 335757 w 531020"/>
                <a:gd name="csY5" fmla="*/ 38100 h 652036"/>
                <a:gd name="csX6" fmla="*/ 407195 w 531020"/>
                <a:gd name="csY6" fmla="*/ 47625 h 652036"/>
                <a:gd name="csX7" fmla="*/ 490538 w 531020"/>
                <a:gd name="csY7" fmla="*/ 123825 h 652036"/>
                <a:gd name="csX8" fmla="*/ 516733 w 531020"/>
                <a:gd name="csY8" fmla="*/ 211504 h 652036"/>
                <a:gd name="csX9" fmla="*/ 531020 w 531020"/>
                <a:gd name="csY9" fmla="*/ 347663 h 652036"/>
                <a:gd name="csX10" fmla="*/ 488157 w 531020"/>
                <a:gd name="csY10" fmla="*/ 395288 h 652036"/>
                <a:gd name="csX11" fmla="*/ 447675 w 531020"/>
                <a:gd name="csY11" fmla="*/ 409575 h 652036"/>
                <a:gd name="csX12" fmla="*/ 395288 w 531020"/>
                <a:gd name="csY12" fmla="*/ 483393 h 652036"/>
                <a:gd name="csX13" fmla="*/ 404812 w 531020"/>
                <a:gd name="csY13" fmla="*/ 581025 h 652036"/>
                <a:gd name="csX14" fmla="*/ 426244 w 531020"/>
                <a:gd name="csY14" fmla="*/ 645318 h 652036"/>
                <a:gd name="csX15" fmla="*/ 0 w 531020"/>
                <a:gd name="csY15" fmla="*/ 652036 h 652036"/>
                <a:gd name="csX16" fmla="*/ 7144 w 531020"/>
                <a:gd name="csY16" fmla="*/ 564355 h 652036"/>
                <a:gd name="csX17" fmla="*/ 54768 w 531020"/>
                <a:gd name="csY17" fmla="*/ 528638 h 652036"/>
                <a:gd name="csX18" fmla="*/ 52387 w 531020"/>
                <a:gd name="csY18" fmla="*/ 495300 h 652036"/>
                <a:gd name="csX19" fmla="*/ 95250 w 531020"/>
                <a:gd name="csY19" fmla="*/ 447675 h 652036"/>
                <a:gd name="csX20" fmla="*/ 23813 w 531020"/>
                <a:gd name="csY20" fmla="*/ 381000 h 652036"/>
                <a:gd name="csX21" fmla="*/ 4764 w 531020"/>
                <a:gd name="csY21" fmla="*/ 302418 h 652036"/>
                <a:gd name="csX22" fmla="*/ 19050 w 531020"/>
                <a:gd name="csY22" fmla="*/ 159544 h 652036"/>
                <a:gd name="csX23" fmla="*/ 57151 w 531020"/>
                <a:gd name="csY23" fmla="*/ 76200 h 652036"/>
                <a:gd name="csX0" fmla="*/ 57151 w 531020"/>
                <a:gd name="csY0" fmla="*/ 76200 h 652036"/>
                <a:gd name="csX1" fmla="*/ 133350 w 531020"/>
                <a:gd name="csY1" fmla="*/ 69056 h 652036"/>
                <a:gd name="csX2" fmla="*/ 185737 w 531020"/>
                <a:gd name="csY2" fmla="*/ 16669 h 652036"/>
                <a:gd name="csX3" fmla="*/ 250033 w 531020"/>
                <a:gd name="csY3" fmla="*/ 0 h 652036"/>
                <a:gd name="csX4" fmla="*/ 302419 w 531020"/>
                <a:gd name="csY4" fmla="*/ 26193 h 652036"/>
                <a:gd name="csX5" fmla="*/ 335757 w 531020"/>
                <a:gd name="csY5" fmla="*/ 38100 h 652036"/>
                <a:gd name="csX6" fmla="*/ 407195 w 531020"/>
                <a:gd name="csY6" fmla="*/ 47625 h 652036"/>
                <a:gd name="csX7" fmla="*/ 509588 w 531020"/>
                <a:gd name="csY7" fmla="*/ 133350 h 652036"/>
                <a:gd name="csX8" fmla="*/ 516733 w 531020"/>
                <a:gd name="csY8" fmla="*/ 211504 h 652036"/>
                <a:gd name="csX9" fmla="*/ 531020 w 531020"/>
                <a:gd name="csY9" fmla="*/ 347663 h 652036"/>
                <a:gd name="csX10" fmla="*/ 488157 w 531020"/>
                <a:gd name="csY10" fmla="*/ 395288 h 652036"/>
                <a:gd name="csX11" fmla="*/ 447675 w 531020"/>
                <a:gd name="csY11" fmla="*/ 409575 h 652036"/>
                <a:gd name="csX12" fmla="*/ 395288 w 531020"/>
                <a:gd name="csY12" fmla="*/ 483393 h 652036"/>
                <a:gd name="csX13" fmla="*/ 404812 w 531020"/>
                <a:gd name="csY13" fmla="*/ 581025 h 652036"/>
                <a:gd name="csX14" fmla="*/ 426244 w 531020"/>
                <a:gd name="csY14" fmla="*/ 645318 h 652036"/>
                <a:gd name="csX15" fmla="*/ 0 w 531020"/>
                <a:gd name="csY15" fmla="*/ 652036 h 652036"/>
                <a:gd name="csX16" fmla="*/ 7144 w 531020"/>
                <a:gd name="csY16" fmla="*/ 564355 h 652036"/>
                <a:gd name="csX17" fmla="*/ 54768 w 531020"/>
                <a:gd name="csY17" fmla="*/ 528638 h 652036"/>
                <a:gd name="csX18" fmla="*/ 52387 w 531020"/>
                <a:gd name="csY18" fmla="*/ 495300 h 652036"/>
                <a:gd name="csX19" fmla="*/ 95250 w 531020"/>
                <a:gd name="csY19" fmla="*/ 447675 h 652036"/>
                <a:gd name="csX20" fmla="*/ 23813 w 531020"/>
                <a:gd name="csY20" fmla="*/ 381000 h 652036"/>
                <a:gd name="csX21" fmla="*/ 4764 w 531020"/>
                <a:gd name="csY21" fmla="*/ 302418 h 652036"/>
                <a:gd name="csX22" fmla="*/ 19050 w 531020"/>
                <a:gd name="csY22" fmla="*/ 159544 h 652036"/>
                <a:gd name="csX23" fmla="*/ 57151 w 531020"/>
                <a:gd name="csY23" fmla="*/ 76200 h 652036"/>
                <a:gd name="csX0" fmla="*/ 57151 w 531020"/>
                <a:gd name="csY0" fmla="*/ 76200 h 652036"/>
                <a:gd name="csX1" fmla="*/ 133350 w 531020"/>
                <a:gd name="csY1" fmla="*/ 69056 h 652036"/>
                <a:gd name="csX2" fmla="*/ 185737 w 531020"/>
                <a:gd name="csY2" fmla="*/ 16669 h 652036"/>
                <a:gd name="csX3" fmla="*/ 250033 w 531020"/>
                <a:gd name="csY3" fmla="*/ 0 h 652036"/>
                <a:gd name="csX4" fmla="*/ 302419 w 531020"/>
                <a:gd name="csY4" fmla="*/ 19050 h 652036"/>
                <a:gd name="csX5" fmla="*/ 335757 w 531020"/>
                <a:gd name="csY5" fmla="*/ 38100 h 652036"/>
                <a:gd name="csX6" fmla="*/ 407195 w 531020"/>
                <a:gd name="csY6" fmla="*/ 47625 h 652036"/>
                <a:gd name="csX7" fmla="*/ 509588 w 531020"/>
                <a:gd name="csY7" fmla="*/ 133350 h 652036"/>
                <a:gd name="csX8" fmla="*/ 516733 w 531020"/>
                <a:gd name="csY8" fmla="*/ 211504 h 652036"/>
                <a:gd name="csX9" fmla="*/ 531020 w 531020"/>
                <a:gd name="csY9" fmla="*/ 347663 h 652036"/>
                <a:gd name="csX10" fmla="*/ 488157 w 531020"/>
                <a:gd name="csY10" fmla="*/ 395288 h 652036"/>
                <a:gd name="csX11" fmla="*/ 447675 w 531020"/>
                <a:gd name="csY11" fmla="*/ 409575 h 652036"/>
                <a:gd name="csX12" fmla="*/ 395288 w 531020"/>
                <a:gd name="csY12" fmla="*/ 483393 h 652036"/>
                <a:gd name="csX13" fmla="*/ 404812 w 531020"/>
                <a:gd name="csY13" fmla="*/ 581025 h 652036"/>
                <a:gd name="csX14" fmla="*/ 426244 w 531020"/>
                <a:gd name="csY14" fmla="*/ 645318 h 652036"/>
                <a:gd name="csX15" fmla="*/ 0 w 531020"/>
                <a:gd name="csY15" fmla="*/ 652036 h 652036"/>
                <a:gd name="csX16" fmla="*/ 7144 w 531020"/>
                <a:gd name="csY16" fmla="*/ 564355 h 652036"/>
                <a:gd name="csX17" fmla="*/ 54768 w 531020"/>
                <a:gd name="csY17" fmla="*/ 528638 h 652036"/>
                <a:gd name="csX18" fmla="*/ 52387 w 531020"/>
                <a:gd name="csY18" fmla="*/ 495300 h 652036"/>
                <a:gd name="csX19" fmla="*/ 95250 w 531020"/>
                <a:gd name="csY19" fmla="*/ 447675 h 652036"/>
                <a:gd name="csX20" fmla="*/ 23813 w 531020"/>
                <a:gd name="csY20" fmla="*/ 381000 h 652036"/>
                <a:gd name="csX21" fmla="*/ 4764 w 531020"/>
                <a:gd name="csY21" fmla="*/ 302418 h 652036"/>
                <a:gd name="csX22" fmla="*/ 19050 w 531020"/>
                <a:gd name="csY22" fmla="*/ 159544 h 652036"/>
                <a:gd name="csX23" fmla="*/ 57151 w 531020"/>
                <a:gd name="csY23" fmla="*/ 76200 h 652036"/>
                <a:gd name="csX0" fmla="*/ 57151 w 531020"/>
                <a:gd name="csY0" fmla="*/ 76200 h 652036"/>
                <a:gd name="csX1" fmla="*/ 133350 w 531020"/>
                <a:gd name="csY1" fmla="*/ 69056 h 652036"/>
                <a:gd name="csX2" fmla="*/ 185737 w 531020"/>
                <a:gd name="csY2" fmla="*/ 16669 h 652036"/>
                <a:gd name="csX3" fmla="*/ 250033 w 531020"/>
                <a:gd name="csY3" fmla="*/ 0 h 652036"/>
                <a:gd name="csX4" fmla="*/ 302419 w 531020"/>
                <a:gd name="csY4" fmla="*/ 19050 h 652036"/>
                <a:gd name="csX5" fmla="*/ 350044 w 531020"/>
                <a:gd name="csY5" fmla="*/ 42863 h 652036"/>
                <a:gd name="csX6" fmla="*/ 407195 w 531020"/>
                <a:gd name="csY6" fmla="*/ 47625 h 652036"/>
                <a:gd name="csX7" fmla="*/ 509588 w 531020"/>
                <a:gd name="csY7" fmla="*/ 133350 h 652036"/>
                <a:gd name="csX8" fmla="*/ 516733 w 531020"/>
                <a:gd name="csY8" fmla="*/ 211504 h 652036"/>
                <a:gd name="csX9" fmla="*/ 531020 w 531020"/>
                <a:gd name="csY9" fmla="*/ 347663 h 652036"/>
                <a:gd name="csX10" fmla="*/ 488157 w 531020"/>
                <a:gd name="csY10" fmla="*/ 395288 h 652036"/>
                <a:gd name="csX11" fmla="*/ 447675 w 531020"/>
                <a:gd name="csY11" fmla="*/ 409575 h 652036"/>
                <a:gd name="csX12" fmla="*/ 395288 w 531020"/>
                <a:gd name="csY12" fmla="*/ 483393 h 652036"/>
                <a:gd name="csX13" fmla="*/ 404812 w 531020"/>
                <a:gd name="csY13" fmla="*/ 581025 h 652036"/>
                <a:gd name="csX14" fmla="*/ 426244 w 531020"/>
                <a:gd name="csY14" fmla="*/ 645318 h 652036"/>
                <a:gd name="csX15" fmla="*/ 0 w 531020"/>
                <a:gd name="csY15" fmla="*/ 652036 h 652036"/>
                <a:gd name="csX16" fmla="*/ 7144 w 531020"/>
                <a:gd name="csY16" fmla="*/ 564355 h 652036"/>
                <a:gd name="csX17" fmla="*/ 54768 w 531020"/>
                <a:gd name="csY17" fmla="*/ 528638 h 652036"/>
                <a:gd name="csX18" fmla="*/ 52387 w 531020"/>
                <a:gd name="csY18" fmla="*/ 495300 h 652036"/>
                <a:gd name="csX19" fmla="*/ 95250 w 531020"/>
                <a:gd name="csY19" fmla="*/ 447675 h 652036"/>
                <a:gd name="csX20" fmla="*/ 23813 w 531020"/>
                <a:gd name="csY20" fmla="*/ 381000 h 652036"/>
                <a:gd name="csX21" fmla="*/ 4764 w 531020"/>
                <a:gd name="csY21" fmla="*/ 302418 h 652036"/>
                <a:gd name="csX22" fmla="*/ 19050 w 531020"/>
                <a:gd name="csY22" fmla="*/ 159544 h 652036"/>
                <a:gd name="csX23" fmla="*/ 57151 w 531020"/>
                <a:gd name="csY23" fmla="*/ 76200 h 652036"/>
                <a:gd name="csX0" fmla="*/ 57151 w 531020"/>
                <a:gd name="csY0" fmla="*/ 76200 h 652036"/>
                <a:gd name="csX1" fmla="*/ 133350 w 531020"/>
                <a:gd name="csY1" fmla="*/ 69056 h 652036"/>
                <a:gd name="csX2" fmla="*/ 185737 w 531020"/>
                <a:gd name="csY2" fmla="*/ 16669 h 652036"/>
                <a:gd name="csX3" fmla="*/ 250033 w 531020"/>
                <a:gd name="csY3" fmla="*/ 0 h 652036"/>
                <a:gd name="csX4" fmla="*/ 302419 w 531020"/>
                <a:gd name="csY4" fmla="*/ 19050 h 652036"/>
                <a:gd name="csX5" fmla="*/ 350044 w 531020"/>
                <a:gd name="csY5" fmla="*/ 42863 h 652036"/>
                <a:gd name="csX6" fmla="*/ 407195 w 531020"/>
                <a:gd name="csY6" fmla="*/ 47625 h 652036"/>
                <a:gd name="csX7" fmla="*/ 509588 w 531020"/>
                <a:gd name="csY7" fmla="*/ 133350 h 652036"/>
                <a:gd name="csX8" fmla="*/ 516733 w 531020"/>
                <a:gd name="csY8" fmla="*/ 211504 h 652036"/>
                <a:gd name="csX9" fmla="*/ 531020 w 531020"/>
                <a:gd name="csY9" fmla="*/ 347663 h 652036"/>
                <a:gd name="csX10" fmla="*/ 488157 w 531020"/>
                <a:gd name="csY10" fmla="*/ 395288 h 652036"/>
                <a:gd name="csX11" fmla="*/ 447675 w 531020"/>
                <a:gd name="csY11" fmla="*/ 409575 h 652036"/>
                <a:gd name="csX12" fmla="*/ 497682 w 531020"/>
                <a:gd name="csY12" fmla="*/ 469105 h 652036"/>
                <a:gd name="csX13" fmla="*/ 404812 w 531020"/>
                <a:gd name="csY13" fmla="*/ 581025 h 652036"/>
                <a:gd name="csX14" fmla="*/ 426244 w 531020"/>
                <a:gd name="csY14" fmla="*/ 645318 h 652036"/>
                <a:gd name="csX15" fmla="*/ 0 w 531020"/>
                <a:gd name="csY15" fmla="*/ 652036 h 652036"/>
                <a:gd name="csX16" fmla="*/ 7144 w 531020"/>
                <a:gd name="csY16" fmla="*/ 564355 h 652036"/>
                <a:gd name="csX17" fmla="*/ 54768 w 531020"/>
                <a:gd name="csY17" fmla="*/ 528638 h 652036"/>
                <a:gd name="csX18" fmla="*/ 52387 w 531020"/>
                <a:gd name="csY18" fmla="*/ 495300 h 652036"/>
                <a:gd name="csX19" fmla="*/ 95250 w 531020"/>
                <a:gd name="csY19" fmla="*/ 447675 h 652036"/>
                <a:gd name="csX20" fmla="*/ 23813 w 531020"/>
                <a:gd name="csY20" fmla="*/ 381000 h 652036"/>
                <a:gd name="csX21" fmla="*/ 4764 w 531020"/>
                <a:gd name="csY21" fmla="*/ 302418 h 652036"/>
                <a:gd name="csX22" fmla="*/ 19050 w 531020"/>
                <a:gd name="csY22" fmla="*/ 159544 h 652036"/>
                <a:gd name="csX23" fmla="*/ 57151 w 531020"/>
                <a:gd name="csY23" fmla="*/ 76200 h 652036"/>
                <a:gd name="csX0" fmla="*/ 57151 w 531020"/>
                <a:gd name="csY0" fmla="*/ 76200 h 652036"/>
                <a:gd name="csX1" fmla="*/ 133350 w 531020"/>
                <a:gd name="csY1" fmla="*/ 69056 h 652036"/>
                <a:gd name="csX2" fmla="*/ 185737 w 531020"/>
                <a:gd name="csY2" fmla="*/ 16669 h 652036"/>
                <a:gd name="csX3" fmla="*/ 250033 w 531020"/>
                <a:gd name="csY3" fmla="*/ 0 h 652036"/>
                <a:gd name="csX4" fmla="*/ 302419 w 531020"/>
                <a:gd name="csY4" fmla="*/ 19050 h 652036"/>
                <a:gd name="csX5" fmla="*/ 350044 w 531020"/>
                <a:gd name="csY5" fmla="*/ 42863 h 652036"/>
                <a:gd name="csX6" fmla="*/ 407195 w 531020"/>
                <a:gd name="csY6" fmla="*/ 47625 h 652036"/>
                <a:gd name="csX7" fmla="*/ 509588 w 531020"/>
                <a:gd name="csY7" fmla="*/ 133350 h 652036"/>
                <a:gd name="csX8" fmla="*/ 516733 w 531020"/>
                <a:gd name="csY8" fmla="*/ 211504 h 652036"/>
                <a:gd name="csX9" fmla="*/ 531020 w 531020"/>
                <a:gd name="csY9" fmla="*/ 347663 h 652036"/>
                <a:gd name="csX10" fmla="*/ 488157 w 531020"/>
                <a:gd name="csY10" fmla="*/ 395288 h 652036"/>
                <a:gd name="csX11" fmla="*/ 428625 w 531020"/>
                <a:gd name="csY11" fmla="*/ 421481 h 652036"/>
                <a:gd name="csX12" fmla="*/ 497682 w 531020"/>
                <a:gd name="csY12" fmla="*/ 469105 h 652036"/>
                <a:gd name="csX13" fmla="*/ 404812 w 531020"/>
                <a:gd name="csY13" fmla="*/ 581025 h 652036"/>
                <a:gd name="csX14" fmla="*/ 426244 w 531020"/>
                <a:gd name="csY14" fmla="*/ 645318 h 652036"/>
                <a:gd name="csX15" fmla="*/ 0 w 531020"/>
                <a:gd name="csY15" fmla="*/ 652036 h 652036"/>
                <a:gd name="csX16" fmla="*/ 7144 w 531020"/>
                <a:gd name="csY16" fmla="*/ 564355 h 652036"/>
                <a:gd name="csX17" fmla="*/ 54768 w 531020"/>
                <a:gd name="csY17" fmla="*/ 528638 h 652036"/>
                <a:gd name="csX18" fmla="*/ 52387 w 531020"/>
                <a:gd name="csY18" fmla="*/ 495300 h 652036"/>
                <a:gd name="csX19" fmla="*/ 95250 w 531020"/>
                <a:gd name="csY19" fmla="*/ 447675 h 652036"/>
                <a:gd name="csX20" fmla="*/ 23813 w 531020"/>
                <a:gd name="csY20" fmla="*/ 381000 h 652036"/>
                <a:gd name="csX21" fmla="*/ 4764 w 531020"/>
                <a:gd name="csY21" fmla="*/ 302418 h 652036"/>
                <a:gd name="csX22" fmla="*/ 19050 w 531020"/>
                <a:gd name="csY22" fmla="*/ 159544 h 652036"/>
                <a:gd name="csX23" fmla="*/ 57151 w 531020"/>
                <a:gd name="csY23" fmla="*/ 76200 h 652036"/>
                <a:gd name="csX0" fmla="*/ 57151 w 542924"/>
                <a:gd name="csY0" fmla="*/ 76200 h 652036"/>
                <a:gd name="csX1" fmla="*/ 133350 w 542924"/>
                <a:gd name="csY1" fmla="*/ 69056 h 652036"/>
                <a:gd name="csX2" fmla="*/ 185737 w 542924"/>
                <a:gd name="csY2" fmla="*/ 16669 h 652036"/>
                <a:gd name="csX3" fmla="*/ 250033 w 542924"/>
                <a:gd name="csY3" fmla="*/ 0 h 652036"/>
                <a:gd name="csX4" fmla="*/ 302419 w 542924"/>
                <a:gd name="csY4" fmla="*/ 19050 h 652036"/>
                <a:gd name="csX5" fmla="*/ 350044 w 542924"/>
                <a:gd name="csY5" fmla="*/ 42863 h 652036"/>
                <a:gd name="csX6" fmla="*/ 407195 w 542924"/>
                <a:gd name="csY6" fmla="*/ 47625 h 652036"/>
                <a:gd name="csX7" fmla="*/ 509588 w 542924"/>
                <a:gd name="csY7" fmla="*/ 133350 h 652036"/>
                <a:gd name="csX8" fmla="*/ 516733 w 542924"/>
                <a:gd name="csY8" fmla="*/ 211504 h 652036"/>
                <a:gd name="csX9" fmla="*/ 531020 w 542924"/>
                <a:gd name="csY9" fmla="*/ 347663 h 652036"/>
                <a:gd name="csX10" fmla="*/ 488157 w 542924"/>
                <a:gd name="csY10" fmla="*/ 395288 h 652036"/>
                <a:gd name="csX11" fmla="*/ 428625 w 542924"/>
                <a:gd name="csY11" fmla="*/ 421481 h 652036"/>
                <a:gd name="csX12" fmla="*/ 497682 w 542924"/>
                <a:gd name="csY12" fmla="*/ 469105 h 652036"/>
                <a:gd name="csX13" fmla="*/ 542924 w 542924"/>
                <a:gd name="csY13" fmla="*/ 516731 h 652036"/>
                <a:gd name="csX14" fmla="*/ 426244 w 542924"/>
                <a:gd name="csY14" fmla="*/ 645318 h 652036"/>
                <a:gd name="csX15" fmla="*/ 0 w 542924"/>
                <a:gd name="csY15" fmla="*/ 652036 h 652036"/>
                <a:gd name="csX16" fmla="*/ 7144 w 542924"/>
                <a:gd name="csY16" fmla="*/ 564355 h 652036"/>
                <a:gd name="csX17" fmla="*/ 54768 w 542924"/>
                <a:gd name="csY17" fmla="*/ 528638 h 652036"/>
                <a:gd name="csX18" fmla="*/ 52387 w 542924"/>
                <a:gd name="csY18" fmla="*/ 495300 h 652036"/>
                <a:gd name="csX19" fmla="*/ 95250 w 542924"/>
                <a:gd name="csY19" fmla="*/ 447675 h 652036"/>
                <a:gd name="csX20" fmla="*/ 23813 w 542924"/>
                <a:gd name="csY20" fmla="*/ 381000 h 652036"/>
                <a:gd name="csX21" fmla="*/ 4764 w 542924"/>
                <a:gd name="csY21" fmla="*/ 302418 h 652036"/>
                <a:gd name="csX22" fmla="*/ 19050 w 542924"/>
                <a:gd name="csY22" fmla="*/ 159544 h 652036"/>
                <a:gd name="csX23" fmla="*/ 57151 w 542924"/>
                <a:gd name="csY23" fmla="*/ 76200 h 652036"/>
                <a:gd name="csX0" fmla="*/ 57151 w 554832"/>
                <a:gd name="csY0" fmla="*/ 76200 h 652036"/>
                <a:gd name="csX1" fmla="*/ 133350 w 554832"/>
                <a:gd name="csY1" fmla="*/ 69056 h 652036"/>
                <a:gd name="csX2" fmla="*/ 185737 w 554832"/>
                <a:gd name="csY2" fmla="*/ 16669 h 652036"/>
                <a:gd name="csX3" fmla="*/ 250033 w 554832"/>
                <a:gd name="csY3" fmla="*/ 0 h 652036"/>
                <a:gd name="csX4" fmla="*/ 302419 w 554832"/>
                <a:gd name="csY4" fmla="*/ 19050 h 652036"/>
                <a:gd name="csX5" fmla="*/ 350044 w 554832"/>
                <a:gd name="csY5" fmla="*/ 42863 h 652036"/>
                <a:gd name="csX6" fmla="*/ 407195 w 554832"/>
                <a:gd name="csY6" fmla="*/ 47625 h 652036"/>
                <a:gd name="csX7" fmla="*/ 509588 w 554832"/>
                <a:gd name="csY7" fmla="*/ 133350 h 652036"/>
                <a:gd name="csX8" fmla="*/ 516733 w 554832"/>
                <a:gd name="csY8" fmla="*/ 211504 h 652036"/>
                <a:gd name="csX9" fmla="*/ 531020 w 554832"/>
                <a:gd name="csY9" fmla="*/ 347663 h 652036"/>
                <a:gd name="csX10" fmla="*/ 488157 w 554832"/>
                <a:gd name="csY10" fmla="*/ 395288 h 652036"/>
                <a:gd name="csX11" fmla="*/ 428625 w 554832"/>
                <a:gd name="csY11" fmla="*/ 421481 h 652036"/>
                <a:gd name="csX12" fmla="*/ 497682 w 554832"/>
                <a:gd name="csY12" fmla="*/ 469105 h 652036"/>
                <a:gd name="csX13" fmla="*/ 542924 w 554832"/>
                <a:gd name="csY13" fmla="*/ 516731 h 652036"/>
                <a:gd name="csX14" fmla="*/ 554832 w 554832"/>
                <a:gd name="csY14" fmla="*/ 645318 h 652036"/>
                <a:gd name="csX15" fmla="*/ 0 w 554832"/>
                <a:gd name="csY15" fmla="*/ 652036 h 652036"/>
                <a:gd name="csX16" fmla="*/ 7144 w 554832"/>
                <a:gd name="csY16" fmla="*/ 564355 h 652036"/>
                <a:gd name="csX17" fmla="*/ 54768 w 554832"/>
                <a:gd name="csY17" fmla="*/ 528638 h 652036"/>
                <a:gd name="csX18" fmla="*/ 52387 w 554832"/>
                <a:gd name="csY18" fmla="*/ 495300 h 652036"/>
                <a:gd name="csX19" fmla="*/ 95250 w 554832"/>
                <a:gd name="csY19" fmla="*/ 447675 h 652036"/>
                <a:gd name="csX20" fmla="*/ 23813 w 554832"/>
                <a:gd name="csY20" fmla="*/ 381000 h 652036"/>
                <a:gd name="csX21" fmla="*/ 4764 w 554832"/>
                <a:gd name="csY21" fmla="*/ 302418 h 652036"/>
                <a:gd name="csX22" fmla="*/ 19050 w 554832"/>
                <a:gd name="csY22" fmla="*/ 159544 h 652036"/>
                <a:gd name="csX23" fmla="*/ 57151 w 554832"/>
                <a:gd name="csY23" fmla="*/ 76200 h 652036"/>
                <a:gd name="csX0" fmla="*/ 61913 w 559594"/>
                <a:gd name="csY0" fmla="*/ 76200 h 652036"/>
                <a:gd name="csX1" fmla="*/ 138112 w 559594"/>
                <a:gd name="csY1" fmla="*/ 69056 h 652036"/>
                <a:gd name="csX2" fmla="*/ 190499 w 559594"/>
                <a:gd name="csY2" fmla="*/ 16669 h 652036"/>
                <a:gd name="csX3" fmla="*/ 254795 w 559594"/>
                <a:gd name="csY3" fmla="*/ 0 h 652036"/>
                <a:gd name="csX4" fmla="*/ 307181 w 559594"/>
                <a:gd name="csY4" fmla="*/ 19050 h 652036"/>
                <a:gd name="csX5" fmla="*/ 354806 w 559594"/>
                <a:gd name="csY5" fmla="*/ 42863 h 652036"/>
                <a:gd name="csX6" fmla="*/ 411957 w 559594"/>
                <a:gd name="csY6" fmla="*/ 47625 h 652036"/>
                <a:gd name="csX7" fmla="*/ 514350 w 559594"/>
                <a:gd name="csY7" fmla="*/ 133350 h 652036"/>
                <a:gd name="csX8" fmla="*/ 521495 w 559594"/>
                <a:gd name="csY8" fmla="*/ 211504 h 652036"/>
                <a:gd name="csX9" fmla="*/ 535782 w 559594"/>
                <a:gd name="csY9" fmla="*/ 347663 h 652036"/>
                <a:gd name="csX10" fmla="*/ 492919 w 559594"/>
                <a:gd name="csY10" fmla="*/ 395288 h 652036"/>
                <a:gd name="csX11" fmla="*/ 433387 w 559594"/>
                <a:gd name="csY11" fmla="*/ 421481 h 652036"/>
                <a:gd name="csX12" fmla="*/ 502444 w 559594"/>
                <a:gd name="csY12" fmla="*/ 469105 h 652036"/>
                <a:gd name="csX13" fmla="*/ 547686 w 559594"/>
                <a:gd name="csY13" fmla="*/ 516731 h 652036"/>
                <a:gd name="csX14" fmla="*/ 559594 w 559594"/>
                <a:gd name="csY14" fmla="*/ 645318 h 652036"/>
                <a:gd name="csX15" fmla="*/ 4762 w 559594"/>
                <a:gd name="csY15" fmla="*/ 652036 h 652036"/>
                <a:gd name="csX16" fmla="*/ 0 w 559594"/>
                <a:gd name="csY16" fmla="*/ 573880 h 652036"/>
                <a:gd name="csX17" fmla="*/ 59530 w 559594"/>
                <a:gd name="csY17" fmla="*/ 528638 h 652036"/>
                <a:gd name="csX18" fmla="*/ 57149 w 559594"/>
                <a:gd name="csY18" fmla="*/ 495300 h 652036"/>
                <a:gd name="csX19" fmla="*/ 100012 w 559594"/>
                <a:gd name="csY19" fmla="*/ 447675 h 652036"/>
                <a:gd name="csX20" fmla="*/ 28575 w 559594"/>
                <a:gd name="csY20" fmla="*/ 381000 h 652036"/>
                <a:gd name="csX21" fmla="*/ 9526 w 559594"/>
                <a:gd name="csY21" fmla="*/ 302418 h 652036"/>
                <a:gd name="csX22" fmla="*/ 23812 w 559594"/>
                <a:gd name="csY22" fmla="*/ 159544 h 652036"/>
                <a:gd name="csX23" fmla="*/ 61913 w 559594"/>
                <a:gd name="csY23" fmla="*/ 76200 h 652036"/>
                <a:gd name="csX0" fmla="*/ 66676 w 564357"/>
                <a:gd name="csY0" fmla="*/ 76200 h 652036"/>
                <a:gd name="csX1" fmla="*/ 142875 w 564357"/>
                <a:gd name="csY1" fmla="*/ 69056 h 652036"/>
                <a:gd name="csX2" fmla="*/ 195262 w 564357"/>
                <a:gd name="csY2" fmla="*/ 16669 h 652036"/>
                <a:gd name="csX3" fmla="*/ 259558 w 564357"/>
                <a:gd name="csY3" fmla="*/ 0 h 652036"/>
                <a:gd name="csX4" fmla="*/ 311944 w 564357"/>
                <a:gd name="csY4" fmla="*/ 19050 h 652036"/>
                <a:gd name="csX5" fmla="*/ 359569 w 564357"/>
                <a:gd name="csY5" fmla="*/ 42863 h 652036"/>
                <a:gd name="csX6" fmla="*/ 416720 w 564357"/>
                <a:gd name="csY6" fmla="*/ 47625 h 652036"/>
                <a:gd name="csX7" fmla="*/ 519113 w 564357"/>
                <a:gd name="csY7" fmla="*/ 133350 h 652036"/>
                <a:gd name="csX8" fmla="*/ 526258 w 564357"/>
                <a:gd name="csY8" fmla="*/ 211504 h 652036"/>
                <a:gd name="csX9" fmla="*/ 540545 w 564357"/>
                <a:gd name="csY9" fmla="*/ 347663 h 652036"/>
                <a:gd name="csX10" fmla="*/ 497682 w 564357"/>
                <a:gd name="csY10" fmla="*/ 395288 h 652036"/>
                <a:gd name="csX11" fmla="*/ 438150 w 564357"/>
                <a:gd name="csY11" fmla="*/ 421481 h 652036"/>
                <a:gd name="csX12" fmla="*/ 507207 w 564357"/>
                <a:gd name="csY12" fmla="*/ 469105 h 652036"/>
                <a:gd name="csX13" fmla="*/ 552449 w 564357"/>
                <a:gd name="csY13" fmla="*/ 516731 h 652036"/>
                <a:gd name="csX14" fmla="*/ 564357 w 564357"/>
                <a:gd name="csY14" fmla="*/ 645318 h 652036"/>
                <a:gd name="csX15" fmla="*/ 0 w 564357"/>
                <a:gd name="csY15" fmla="*/ 652036 h 652036"/>
                <a:gd name="csX16" fmla="*/ 4763 w 564357"/>
                <a:gd name="csY16" fmla="*/ 573880 h 652036"/>
                <a:gd name="csX17" fmla="*/ 64293 w 564357"/>
                <a:gd name="csY17" fmla="*/ 528638 h 652036"/>
                <a:gd name="csX18" fmla="*/ 61912 w 564357"/>
                <a:gd name="csY18" fmla="*/ 495300 h 652036"/>
                <a:gd name="csX19" fmla="*/ 104775 w 564357"/>
                <a:gd name="csY19" fmla="*/ 447675 h 652036"/>
                <a:gd name="csX20" fmla="*/ 33338 w 564357"/>
                <a:gd name="csY20" fmla="*/ 381000 h 652036"/>
                <a:gd name="csX21" fmla="*/ 14289 w 564357"/>
                <a:gd name="csY21" fmla="*/ 302418 h 652036"/>
                <a:gd name="csX22" fmla="*/ 28575 w 564357"/>
                <a:gd name="csY22" fmla="*/ 159544 h 652036"/>
                <a:gd name="csX23" fmla="*/ 66676 w 564357"/>
                <a:gd name="csY23" fmla="*/ 76200 h 652036"/>
                <a:gd name="csX0" fmla="*/ 66676 w 564357"/>
                <a:gd name="csY0" fmla="*/ 76200 h 652036"/>
                <a:gd name="csX1" fmla="*/ 112075 w 564357"/>
                <a:gd name="csY1" fmla="*/ 69797 h 652036"/>
                <a:gd name="csX2" fmla="*/ 142875 w 564357"/>
                <a:gd name="csY2" fmla="*/ 69056 h 652036"/>
                <a:gd name="csX3" fmla="*/ 195262 w 564357"/>
                <a:gd name="csY3" fmla="*/ 16669 h 652036"/>
                <a:gd name="csX4" fmla="*/ 259558 w 564357"/>
                <a:gd name="csY4" fmla="*/ 0 h 652036"/>
                <a:gd name="csX5" fmla="*/ 311944 w 564357"/>
                <a:gd name="csY5" fmla="*/ 19050 h 652036"/>
                <a:gd name="csX6" fmla="*/ 359569 w 564357"/>
                <a:gd name="csY6" fmla="*/ 42863 h 652036"/>
                <a:gd name="csX7" fmla="*/ 416720 w 564357"/>
                <a:gd name="csY7" fmla="*/ 47625 h 652036"/>
                <a:gd name="csX8" fmla="*/ 519113 w 564357"/>
                <a:gd name="csY8" fmla="*/ 133350 h 652036"/>
                <a:gd name="csX9" fmla="*/ 526258 w 564357"/>
                <a:gd name="csY9" fmla="*/ 211504 h 652036"/>
                <a:gd name="csX10" fmla="*/ 540545 w 564357"/>
                <a:gd name="csY10" fmla="*/ 347663 h 652036"/>
                <a:gd name="csX11" fmla="*/ 497682 w 564357"/>
                <a:gd name="csY11" fmla="*/ 395288 h 652036"/>
                <a:gd name="csX12" fmla="*/ 438150 w 564357"/>
                <a:gd name="csY12" fmla="*/ 421481 h 652036"/>
                <a:gd name="csX13" fmla="*/ 507207 w 564357"/>
                <a:gd name="csY13" fmla="*/ 469105 h 652036"/>
                <a:gd name="csX14" fmla="*/ 552449 w 564357"/>
                <a:gd name="csY14" fmla="*/ 516731 h 652036"/>
                <a:gd name="csX15" fmla="*/ 564357 w 564357"/>
                <a:gd name="csY15" fmla="*/ 645318 h 652036"/>
                <a:gd name="csX16" fmla="*/ 0 w 564357"/>
                <a:gd name="csY16" fmla="*/ 652036 h 652036"/>
                <a:gd name="csX17" fmla="*/ 4763 w 564357"/>
                <a:gd name="csY17" fmla="*/ 573880 h 652036"/>
                <a:gd name="csX18" fmla="*/ 64293 w 564357"/>
                <a:gd name="csY18" fmla="*/ 528638 h 652036"/>
                <a:gd name="csX19" fmla="*/ 61912 w 564357"/>
                <a:gd name="csY19" fmla="*/ 495300 h 652036"/>
                <a:gd name="csX20" fmla="*/ 104775 w 564357"/>
                <a:gd name="csY20" fmla="*/ 447675 h 652036"/>
                <a:gd name="csX21" fmla="*/ 33338 w 564357"/>
                <a:gd name="csY21" fmla="*/ 381000 h 652036"/>
                <a:gd name="csX22" fmla="*/ 14289 w 564357"/>
                <a:gd name="csY22" fmla="*/ 302418 h 652036"/>
                <a:gd name="csX23" fmla="*/ 28575 w 564357"/>
                <a:gd name="csY23" fmla="*/ 159544 h 652036"/>
                <a:gd name="csX24" fmla="*/ 66676 w 564357"/>
                <a:gd name="csY24" fmla="*/ 76200 h 652036"/>
                <a:gd name="csX0" fmla="*/ 66676 w 564357"/>
                <a:gd name="csY0" fmla="*/ 76200 h 652036"/>
                <a:gd name="csX1" fmla="*/ 112075 w 564357"/>
                <a:gd name="csY1" fmla="*/ 61461 h 652036"/>
                <a:gd name="csX2" fmla="*/ 142875 w 564357"/>
                <a:gd name="csY2" fmla="*/ 69056 h 652036"/>
                <a:gd name="csX3" fmla="*/ 195262 w 564357"/>
                <a:gd name="csY3" fmla="*/ 16669 h 652036"/>
                <a:gd name="csX4" fmla="*/ 259558 w 564357"/>
                <a:gd name="csY4" fmla="*/ 0 h 652036"/>
                <a:gd name="csX5" fmla="*/ 311944 w 564357"/>
                <a:gd name="csY5" fmla="*/ 19050 h 652036"/>
                <a:gd name="csX6" fmla="*/ 359569 w 564357"/>
                <a:gd name="csY6" fmla="*/ 42863 h 652036"/>
                <a:gd name="csX7" fmla="*/ 416720 w 564357"/>
                <a:gd name="csY7" fmla="*/ 47625 h 652036"/>
                <a:gd name="csX8" fmla="*/ 519113 w 564357"/>
                <a:gd name="csY8" fmla="*/ 133350 h 652036"/>
                <a:gd name="csX9" fmla="*/ 526258 w 564357"/>
                <a:gd name="csY9" fmla="*/ 211504 h 652036"/>
                <a:gd name="csX10" fmla="*/ 540545 w 564357"/>
                <a:gd name="csY10" fmla="*/ 347663 h 652036"/>
                <a:gd name="csX11" fmla="*/ 497682 w 564357"/>
                <a:gd name="csY11" fmla="*/ 395288 h 652036"/>
                <a:gd name="csX12" fmla="*/ 438150 w 564357"/>
                <a:gd name="csY12" fmla="*/ 421481 h 652036"/>
                <a:gd name="csX13" fmla="*/ 507207 w 564357"/>
                <a:gd name="csY13" fmla="*/ 469105 h 652036"/>
                <a:gd name="csX14" fmla="*/ 552449 w 564357"/>
                <a:gd name="csY14" fmla="*/ 516731 h 652036"/>
                <a:gd name="csX15" fmla="*/ 564357 w 564357"/>
                <a:gd name="csY15" fmla="*/ 645318 h 652036"/>
                <a:gd name="csX16" fmla="*/ 0 w 564357"/>
                <a:gd name="csY16" fmla="*/ 652036 h 652036"/>
                <a:gd name="csX17" fmla="*/ 4763 w 564357"/>
                <a:gd name="csY17" fmla="*/ 573880 h 652036"/>
                <a:gd name="csX18" fmla="*/ 64293 w 564357"/>
                <a:gd name="csY18" fmla="*/ 528638 h 652036"/>
                <a:gd name="csX19" fmla="*/ 61912 w 564357"/>
                <a:gd name="csY19" fmla="*/ 495300 h 652036"/>
                <a:gd name="csX20" fmla="*/ 104775 w 564357"/>
                <a:gd name="csY20" fmla="*/ 447675 h 652036"/>
                <a:gd name="csX21" fmla="*/ 33338 w 564357"/>
                <a:gd name="csY21" fmla="*/ 381000 h 652036"/>
                <a:gd name="csX22" fmla="*/ 14289 w 564357"/>
                <a:gd name="csY22" fmla="*/ 302418 h 652036"/>
                <a:gd name="csX23" fmla="*/ 28575 w 564357"/>
                <a:gd name="csY23" fmla="*/ 159544 h 652036"/>
                <a:gd name="csX24" fmla="*/ 66676 w 564357"/>
                <a:gd name="csY24" fmla="*/ 76200 h 652036"/>
                <a:gd name="csX0" fmla="*/ 66676 w 564357"/>
                <a:gd name="csY0" fmla="*/ 76200 h 652036"/>
                <a:gd name="csX1" fmla="*/ 112075 w 564357"/>
                <a:gd name="csY1" fmla="*/ 61461 h 652036"/>
                <a:gd name="csX2" fmla="*/ 142875 w 564357"/>
                <a:gd name="csY2" fmla="*/ 69056 h 652036"/>
                <a:gd name="csX3" fmla="*/ 195262 w 564357"/>
                <a:gd name="csY3" fmla="*/ 16669 h 652036"/>
                <a:gd name="csX4" fmla="*/ 259558 w 564357"/>
                <a:gd name="csY4" fmla="*/ 0 h 652036"/>
                <a:gd name="csX5" fmla="*/ 311944 w 564357"/>
                <a:gd name="csY5" fmla="*/ 989 h 652036"/>
                <a:gd name="csX6" fmla="*/ 359569 w 564357"/>
                <a:gd name="csY6" fmla="*/ 42863 h 652036"/>
                <a:gd name="csX7" fmla="*/ 416720 w 564357"/>
                <a:gd name="csY7" fmla="*/ 47625 h 652036"/>
                <a:gd name="csX8" fmla="*/ 519113 w 564357"/>
                <a:gd name="csY8" fmla="*/ 133350 h 652036"/>
                <a:gd name="csX9" fmla="*/ 526258 w 564357"/>
                <a:gd name="csY9" fmla="*/ 211504 h 652036"/>
                <a:gd name="csX10" fmla="*/ 540545 w 564357"/>
                <a:gd name="csY10" fmla="*/ 347663 h 652036"/>
                <a:gd name="csX11" fmla="*/ 497682 w 564357"/>
                <a:gd name="csY11" fmla="*/ 395288 h 652036"/>
                <a:gd name="csX12" fmla="*/ 438150 w 564357"/>
                <a:gd name="csY12" fmla="*/ 421481 h 652036"/>
                <a:gd name="csX13" fmla="*/ 507207 w 564357"/>
                <a:gd name="csY13" fmla="*/ 469105 h 652036"/>
                <a:gd name="csX14" fmla="*/ 552449 w 564357"/>
                <a:gd name="csY14" fmla="*/ 516731 h 652036"/>
                <a:gd name="csX15" fmla="*/ 564357 w 564357"/>
                <a:gd name="csY15" fmla="*/ 645318 h 652036"/>
                <a:gd name="csX16" fmla="*/ 0 w 564357"/>
                <a:gd name="csY16" fmla="*/ 652036 h 652036"/>
                <a:gd name="csX17" fmla="*/ 4763 w 564357"/>
                <a:gd name="csY17" fmla="*/ 573880 h 652036"/>
                <a:gd name="csX18" fmla="*/ 64293 w 564357"/>
                <a:gd name="csY18" fmla="*/ 528638 h 652036"/>
                <a:gd name="csX19" fmla="*/ 61912 w 564357"/>
                <a:gd name="csY19" fmla="*/ 495300 h 652036"/>
                <a:gd name="csX20" fmla="*/ 104775 w 564357"/>
                <a:gd name="csY20" fmla="*/ 447675 h 652036"/>
                <a:gd name="csX21" fmla="*/ 33338 w 564357"/>
                <a:gd name="csY21" fmla="*/ 381000 h 652036"/>
                <a:gd name="csX22" fmla="*/ 14289 w 564357"/>
                <a:gd name="csY22" fmla="*/ 302418 h 652036"/>
                <a:gd name="csX23" fmla="*/ 28575 w 564357"/>
                <a:gd name="csY23" fmla="*/ 159544 h 652036"/>
                <a:gd name="csX24" fmla="*/ 66676 w 564357"/>
                <a:gd name="csY24" fmla="*/ 76200 h 652036"/>
                <a:gd name="csX0" fmla="*/ 66676 w 564357"/>
                <a:gd name="csY0" fmla="*/ 76200 h 652036"/>
                <a:gd name="csX1" fmla="*/ 112075 w 564357"/>
                <a:gd name="csY1" fmla="*/ 61461 h 652036"/>
                <a:gd name="csX2" fmla="*/ 142875 w 564357"/>
                <a:gd name="csY2" fmla="*/ 69056 h 652036"/>
                <a:gd name="csX3" fmla="*/ 195262 w 564357"/>
                <a:gd name="csY3" fmla="*/ 16669 h 652036"/>
                <a:gd name="csX4" fmla="*/ 259558 w 564357"/>
                <a:gd name="csY4" fmla="*/ 0 h 652036"/>
                <a:gd name="csX5" fmla="*/ 311944 w 564357"/>
                <a:gd name="csY5" fmla="*/ 989 h 652036"/>
                <a:gd name="csX6" fmla="*/ 356636 w 564357"/>
                <a:gd name="csY6" fmla="*/ 28970 h 652036"/>
                <a:gd name="csX7" fmla="*/ 416720 w 564357"/>
                <a:gd name="csY7" fmla="*/ 47625 h 652036"/>
                <a:gd name="csX8" fmla="*/ 519113 w 564357"/>
                <a:gd name="csY8" fmla="*/ 133350 h 652036"/>
                <a:gd name="csX9" fmla="*/ 526258 w 564357"/>
                <a:gd name="csY9" fmla="*/ 211504 h 652036"/>
                <a:gd name="csX10" fmla="*/ 540545 w 564357"/>
                <a:gd name="csY10" fmla="*/ 347663 h 652036"/>
                <a:gd name="csX11" fmla="*/ 497682 w 564357"/>
                <a:gd name="csY11" fmla="*/ 395288 h 652036"/>
                <a:gd name="csX12" fmla="*/ 438150 w 564357"/>
                <a:gd name="csY12" fmla="*/ 421481 h 652036"/>
                <a:gd name="csX13" fmla="*/ 507207 w 564357"/>
                <a:gd name="csY13" fmla="*/ 469105 h 652036"/>
                <a:gd name="csX14" fmla="*/ 552449 w 564357"/>
                <a:gd name="csY14" fmla="*/ 516731 h 652036"/>
                <a:gd name="csX15" fmla="*/ 564357 w 564357"/>
                <a:gd name="csY15" fmla="*/ 645318 h 652036"/>
                <a:gd name="csX16" fmla="*/ 0 w 564357"/>
                <a:gd name="csY16" fmla="*/ 652036 h 652036"/>
                <a:gd name="csX17" fmla="*/ 4763 w 564357"/>
                <a:gd name="csY17" fmla="*/ 573880 h 652036"/>
                <a:gd name="csX18" fmla="*/ 64293 w 564357"/>
                <a:gd name="csY18" fmla="*/ 528638 h 652036"/>
                <a:gd name="csX19" fmla="*/ 61912 w 564357"/>
                <a:gd name="csY19" fmla="*/ 495300 h 652036"/>
                <a:gd name="csX20" fmla="*/ 104775 w 564357"/>
                <a:gd name="csY20" fmla="*/ 447675 h 652036"/>
                <a:gd name="csX21" fmla="*/ 33338 w 564357"/>
                <a:gd name="csY21" fmla="*/ 381000 h 652036"/>
                <a:gd name="csX22" fmla="*/ 14289 w 564357"/>
                <a:gd name="csY22" fmla="*/ 302418 h 652036"/>
                <a:gd name="csX23" fmla="*/ 28575 w 564357"/>
                <a:gd name="csY23" fmla="*/ 159544 h 652036"/>
                <a:gd name="csX24" fmla="*/ 66676 w 564357"/>
                <a:gd name="csY24" fmla="*/ 76200 h 652036"/>
                <a:gd name="csX0" fmla="*/ 66676 w 564357"/>
                <a:gd name="csY0" fmla="*/ 76200 h 652036"/>
                <a:gd name="csX1" fmla="*/ 112075 w 564357"/>
                <a:gd name="csY1" fmla="*/ 61461 h 652036"/>
                <a:gd name="csX2" fmla="*/ 142875 w 564357"/>
                <a:gd name="csY2" fmla="*/ 69056 h 652036"/>
                <a:gd name="csX3" fmla="*/ 195262 w 564357"/>
                <a:gd name="csY3" fmla="*/ 16669 h 652036"/>
                <a:gd name="csX4" fmla="*/ 259558 w 564357"/>
                <a:gd name="csY4" fmla="*/ 0 h 652036"/>
                <a:gd name="csX5" fmla="*/ 311944 w 564357"/>
                <a:gd name="csY5" fmla="*/ 989 h 652036"/>
                <a:gd name="csX6" fmla="*/ 356636 w 564357"/>
                <a:gd name="csY6" fmla="*/ 28970 h 652036"/>
                <a:gd name="csX7" fmla="*/ 443118 w 564357"/>
                <a:gd name="csY7" fmla="*/ 43457 h 652036"/>
                <a:gd name="csX8" fmla="*/ 519113 w 564357"/>
                <a:gd name="csY8" fmla="*/ 133350 h 652036"/>
                <a:gd name="csX9" fmla="*/ 526258 w 564357"/>
                <a:gd name="csY9" fmla="*/ 211504 h 652036"/>
                <a:gd name="csX10" fmla="*/ 540545 w 564357"/>
                <a:gd name="csY10" fmla="*/ 347663 h 652036"/>
                <a:gd name="csX11" fmla="*/ 497682 w 564357"/>
                <a:gd name="csY11" fmla="*/ 395288 h 652036"/>
                <a:gd name="csX12" fmla="*/ 438150 w 564357"/>
                <a:gd name="csY12" fmla="*/ 421481 h 652036"/>
                <a:gd name="csX13" fmla="*/ 507207 w 564357"/>
                <a:gd name="csY13" fmla="*/ 469105 h 652036"/>
                <a:gd name="csX14" fmla="*/ 552449 w 564357"/>
                <a:gd name="csY14" fmla="*/ 516731 h 652036"/>
                <a:gd name="csX15" fmla="*/ 564357 w 564357"/>
                <a:gd name="csY15" fmla="*/ 645318 h 652036"/>
                <a:gd name="csX16" fmla="*/ 0 w 564357"/>
                <a:gd name="csY16" fmla="*/ 652036 h 652036"/>
                <a:gd name="csX17" fmla="*/ 4763 w 564357"/>
                <a:gd name="csY17" fmla="*/ 573880 h 652036"/>
                <a:gd name="csX18" fmla="*/ 64293 w 564357"/>
                <a:gd name="csY18" fmla="*/ 528638 h 652036"/>
                <a:gd name="csX19" fmla="*/ 61912 w 564357"/>
                <a:gd name="csY19" fmla="*/ 495300 h 652036"/>
                <a:gd name="csX20" fmla="*/ 104775 w 564357"/>
                <a:gd name="csY20" fmla="*/ 447675 h 652036"/>
                <a:gd name="csX21" fmla="*/ 33338 w 564357"/>
                <a:gd name="csY21" fmla="*/ 381000 h 652036"/>
                <a:gd name="csX22" fmla="*/ 14289 w 564357"/>
                <a:gd name="csY22" fmla="*/ 302418 h 652036"/>
                <a:gd name="csX23" fmla="*/ 28575 w 564357"/>
                <a:gd name="csY23" fmla="*/ 159544 h 652036"/>
                <a:gd name="csX24" fmla="*/ 66676 w 564357"/>
                <a:gd name="csY24" fmla="*/ 76200 h 652036"/>
                <a:gd name="csX0" fmla="*/ 66676 w 564357"/>
                <a:gd name="csY0" fmla="*/ 76200 h 652036"/>
                <a:gd name="csX1" fmla="*/ 112075 w 564357"/>
                <a:gd name="csY1" fmla="*/ 61461 h 652036"/>
                <a:gd name="csX2" fmla="*/ 142875 w 564357"/>
                <a:gd name="csY2" fmla="*/ 69056 h 652036"/>
                <a:gd name="csX3" fmla="*/ 195262 w 564357"/>
                <a:gd name="csY3" fmla="*/ 16669 h 652036"/>
                <a:gd name="csX4" fmla="*/ 259558 w 564357"/>
                <a:gd name="csY4" fmla="*/ 0 h 652036"/>
                <a:gd name="csX5" fmla="*/ 311944 w 564357"/>
                <a:gd name="csY5" fmla="*/ 989 h 652036"/>
                <a:gd name="csX6" fmla="*/ 356636 w 564357"/>
                <a:gd name="csY6" fmla="*/ 28970 h 652036"/>
                <a:gd name="csX7" fmla="*/ 443118 w 564357"/>
                <a:gd name="csY7" fmla="*/ 43457 h 652036"/>
                <a:gd name="csX8" fmla="*/ 530845 w 564357"/>
                <a:gd name="csY8" fmla="*/ 112511 h 652036"/>
                <a:gd name="csX9" fmla="*/ 526258 w 564357"/>
                <a:gd name="csY9" fmla="*/ 211504 h 652036"/>
                <a:gd name="csX10" fmla="*/ 540545 w 564357"/>
                <a:gd name="csY10" fmla="*/ 347663 h 652036"/>
                <a:gd name="csX11" fmla="*/ 497682 w 564357"/>
                <a:gd name="csY11" fmla="*/ 395288 h 652036"/>
                <a:gd name="csX12" fmla="*/ 438150 w 564357"/>
                <a:gd name="csY12" fmla="*/ 421481 h 652036"/>
                <a:gd name="csX13" fmla="*/ 507207 w 564357"/>
                <a:gd name="csY13" fmla="*/ 469105 h 652036"/>
                <a:gd name="csX14" fmla="*/ 552449 w 564357"/>
                <a:gd name="csY14" fmla="*/ 516731 h 652036"/>
                <a:gd name="csX15" fmla="*/ 564357 w 564357"/>
                <a:gd name="csY15" fmla="*/ 645318 h 652036"/>
                <a:gd name="csX16" fmla="*/ 0 w 564357"/>
                <a:gd name="csY16" fmla="*/ 652036 h 652036"/>
                <a:gd name="csX17" fmla="*/ 4763 w 564357"/>
                <a:gd name="csY17" fmla="*/ 573880 h 652036"/>
                <a:gd name="csX18" fmla="*/ 64293 w 564357"/>
                <a:gd name="csY18" fmla="*/ 528638 h 652036"/>
                <a:gd name="csX19" fmla="*/ 61912 w 564357"/>
                <a:gd name="csY19" fmla="*/ 495300 h 652036"/>
                <a:gd name="csX20" fmla="*/ 104775 w 564357"/>
                <a:gd name="csY20" fmla="*/ 447675 h 652036"/>
                <a:gd name="csX21" fmla="*/ 33338 w 564357"/>
                <a:gd name="csY21" fmla="*/ 381000 h 652036"/>
                <a:gd name="csX22" fmla="*/ 14289 w 564357"/>
                <a:gd name="csY22" fmla="*/ 302418 h 652036"/>
                <a:gd name="csX23" fmla="*/ 28575 w 564357"/>
                <a:gd name="csY23" fmla="*/ 159544 h 652036"/>
                <a:gd name="csX24" fmla="*/ 66676 w 564357"/>
                <a:gd name="csY24" fmla="*/ 76200 h 652036"/>
                <a:gd name="csX0" fmla="*/ 66676 w 564357"/>
                <a:gd name="csY0" fmla="*/ 76200 h 652036"/>
                <a:gd name="csX1" fmla="*/ 112075 w 564357"/>
                <a:gd name="csY1" fmla="*/ 61461 h 652036"/>
                <a:gd name="csX2" fmla="*/ 142875 w 564357"/>
                <a:gd name="csY2" fmla="*/ 69056 h 652036"/>
                <a:gd name="csX3" fmla="*/ 195262 w 564357"/>
                <a:gd name="csY3" fmla="*/ 16669 h 652036"/>
                <a:gd name="csX4" fmla="*/ 259558 w 564357"/>
                <a:gd name="csY4" fmla="*/ 0 h 652036"/>
                <a:gd name="csX5" fmla="*/ 311944 w 564357"/>
                <a:gd name="csY5" fmla="*/ 989 h 652036"/>
                <a:gd name="csX6" fmla="*/ 356636 w 564357"/>
                <a:gd name="csY6" fmla="*/ 28970 h 652036"/>
                <a:gd name="csX7" fmla="*/ 443118 w 564357"/>
                <a:gd name="csY7" fmla="*/ 43457 h 652036"/>
                <a:gd name="csX8" fmla="*/ 530845 w 564357"/>
                <a:gd name="csY8" fmla="*/ 112511 h 652036"/>
                <a:gd name="csX9" fmla="*/ 526258 w 564357"/>
                <a:gd name="csY9" fmla="*/ 211504 h 652036"/>
                <a:gd name="csX10" fmla="*/ 540545 w 564357"/>
                <a:gd name="csY10" fmla="*/ 347663 h 652036"/>
                <a:gd name="csX11" fmla="*/ 497682 w 564357"/>
                <a:gd name="csY11" fmla="*/ 395288 h 652036"/>
                <a:gd name="csX12" fmla="*/ 438150 w 564357"/>
                <a:gd name="csY12" fmla="*/ 421481 h 652036"/>
                <a:gd name="csX13" fmla="*/ 507207 w 564357"/>
                <a:gd name="csY13" fmla="*/ 469105 h 652036"/>
                <a:gd name="csX14" fmla="*/ 552449 w 564357"/>
                <a:gd name="csY14" fmla="*/ 516731 h 652036"/>
                <a:gd name="csX15" fmla="*/ 564357 w 564357"/>
                <a:gd name="csY15" fmla="*/ 645318 h 652036"/>
                <a:gd name="csX16" fmla="*/ 0 w 564357"/>
                <a:gd name="csY16" fmla="*/ 652036 h 652036"/>
                <a:gd name="csX17" fmla="*/ 4763 w 564357"/>
                <a:gd name="csY17" fmla="*/ 573880 h 652036"/>
                <a:gd name="csX18" fmla="*/ 64293 w 564357"/>
                <a:gd name="csY18" fmla="*/ 528638 h 652036"/>
                <a:gd name="csX19" fmla="*/ 61912 w 564357"/>
                <a:gd name="csY19" fmla="*/ 495300 h 652036"/>
                <a:gd name="csX20" fmla="*/ 104775 w 564357"/>
                <a:gd name="csY20" fmla="*/ 447675 h 652036"/>
                <a:gd name="csX21" fmla="*/ 33338 w 564357"/>
                <a:gd name="csY21" fmla="*/ 381000 h 652036"/>
                <a:gd name="csX22" fmla="*/ 14289 w 564357"/>
                <a:gd name="csY22" fmla="*/ 302418 h 652036"/>
                <a:gd name="csX23" fmla="*/ 28575 w 564357"/>
                <a:gd name="csY23" fmla="*/ 159544 h 652036"/>
                <a:gd name="csX24" fmla="*/ 66676 w 564357"/>
                <a:gd name="csY24" fmla="*/ 76200 h 652036"/>
                <a:gd name="csX0" fmla="*/ 66676 w 564357"/>
                <a:gd name="csY0" fmla="*/ 76200 h 652036"/>
                <a:gd name="csX1" fmla="*/ 112075 w 564357"/>
                <a:gd name="csY1" fmla="*/ 61461 h 652036"/>
                <a:gd name="csX2" fmla="*/ 142875 w 564357"/>
                <a:gd name="csY2" fmla="*/ 69056 h 652036"/>
                <a:gd name="csX3" fmla="*/ 195262 w 564357"/>
                <a:gd name="csY3" fmla="*/ 16669 h 652036"/>
                <a:gd name="csX4" fmla="*/ 259558 w 564357"/>
                <a:gd name="csY4" fmla="*/ 0 h 652036"/>
                <a:gd name="csX5" fmla="*/ 311944 w 564357"/>
                <a:gd name="csY5" fmla="*/ 989 h 652036"/>
                <a:gd name="csX6" fmla="*/ 356636 w 564357"/>
                <a:gd name="csY6" fmla="*/ 28970 h 652036"/>
                <a:gd name="csX7" fmla="*/ 443118 w 564357"/>
                <a:gd name="csY7" fmla="*/ 43457 h 652036"/>
                <a:gd name="csX8" fmla="*/ 530845 w 564357"/>
                <a:gd name="csY8" fmla="*/ 112511 h 652036"/>
                <a:gd name="csX9" fmla="*/ 561456 w 564357"/>
                <a:gd name="csY9" fmla="*/ 211504 h 652036"/>
                <a:gd name="csX10" fmla="*/ 540545 w 564357"/>
                <a:gd name="csY10" fmla="*/ 347663 h 652036"/>
                <a:gd name="csX11" fmla="*/ 497682 w 564357"/>
                <a:gd name="csY11" fmla="*/ 395288 h 652036"/>
                <a:gd name="csX12" fmla="*/ 438150 w 564357"/>
                <a:gd name="csY12" fmla="*/ 421481 h 652036"/>
                <a:gd name="csX13" fmla="*/ 507207 w 564357"/>
                <a:gd name="csY13" fmla="*/ 469105 h 652036"/>
                <a:gd name="csX14" fmla="*/ 552449 w 564357"/>
                <a:gd name="csY14" fmla="*/ 516731 h 652036"/>
                <a:gd name="csX15" fmla="*/ 564357 w 564357"/>
                <a:gd name="csY15" fmla="*/ 645318 h 652036"/>
                <a:gd name="csX16" fmla="*/ 0 w 564357"/>
                <a:gd name="csY16" fmla="*/ 652036 h 652036"/>
                <a:gd name="csX17" fmla="*/ 4763 w 564357"/>
                <a:gd name="csY17" fmla="*/ 573880 h 652036"/>
                <a:gd name="csX18" fmla="*/ 64293 w 564357"/>
                <a:gd name="csY18" fmla="*/ 528638 h 652036"/>
                <a:gd name="csX19" fmla="*/ 61912 w 564357"/>
                <a:gd name="csY19" fmla="*/ 495300 h 652036"/>
                <a:gd name="csX20" fmla="*/ 104775 w 564357"/>
                <a:gd name="csY20" fmla="*/ 447675 h 652036"/>
                <a:gd name="csX21" fmla="*/ 33338 w 564357"/>
                <a:gd name="csY21" fmla="*/ 381000 h 652036"/>
                <a:gd name="csX22" fmla="*/ 14289 w 564357"/>
                <a:gd name="csY22" fmla="*/ 302418 h 652036"/>
                <a:gd name="csX23" fmla="*/ 28575 w 564357"/>
                <a:gd name="csY23" fmla="*/ 159544 h 652036"/>
                <a:gd name="csX24" fmla="*/ 66676 w 564357"/>
                <a:gd name="csY24" fmla="*/ 76200 h 652036"/>
                <a:gd name="csX0" fmla="*/ 66676 w 566942"/>
                <a:gd name="csY0" fmla="*/ 76200 h 652036"/>
                <a:gd name="csX1" fmla="*/ 112075 w 566942"/>
                <a:gd name="csY1" fmla="*/ 61461 h 652036"/>
                <a:gd name="csX2" fmla="*/ 142875 w 566942"/>
                <a:gd name="csY2" fmla="*/ 69056 h 652036"/>
                <a:gd name="csX3" fmla="*/ 195262 w 566942"/>
                <a:gd name="csY3" fmla="*/ 16669 h 652036"/>
                <a:gd name="csX4" fmla="*/ 259558 w 566942"/>
                <a:gd name="csY4" fmla="*/ 0 h 652036"/>
                <a:gd name="csX5" fmla="*/ 311944 w 566942"/>
                <a:gd name="csY5" fmla="*/ 989 h 652036"/>
                <a:gd name="csX6" fmla="*/ 356636 w 566942"/>
                <a:gd name="csY6" fmla="*/ 28970 h 652036"/>
                <a:gd name="csX7" fmla="*/ 443118 w 566942"/>
                <a:gd name="csY7" fmla="*/ 43457 h 652036"/>
                <a:gd name="csX8" fmla="*/ 530845 w 566942"/>
                <a:gd name="csY8" fmla="*/ 112511 h 652036"/>
                <a:gd name="csX9" fmla="*/ 561456 w 566942"/>
                <a:gd name="csY9" fmla="*/ 211504 h 652036"/>
                <a:gd name="csX10" fmla="*/ 566942 w 566942"/>
                <a:gd name="csY10" fmla="*/ 347663 h 652036"/>
                <a:gd name="csX11" fmla="*/ 497682 w 566942"/>
                <a:gd name="csY11" fmla="*/ 395288 h 652036"/>
                <a:gd name="csX12" fmla="*/ 438150 w 566942"/>
                <a:gd name="csY12" fmla="*/ 421481 h 652036"/>
                <a:gd name="csX13" fmla="*/ 507207 w 566942"/>
                <a:gd name="csY13" fmla="*/ 469105 h 652036"/>
                <a:gd name="csX14" fmla="*/ 552449 w 566942"/>
                <a:gd name="csY14" fmla="*/ 516731 h 652036"/>
                <a:gd name="csX15" fmla="*/ 564357 w 566942"/>
                <a:gd name="csY15" fmla="*/ 645318 h 652036"/>
                <a:gd name="csX16" fmla="*/ 0 w 566942"/>
                <a:gd name="csY16" fmla="*/ 652036 h 652036"/>
                <a:gd name="csX17" fmla="*/ 4763 w 566942"/>
                <a:gd name="csY17" fmla="*/ 573880 h 652036"/>
                <a:gd name="csX18" fmla="*/ 64293 w 566942"/>
                <a:gd name="csY18" fmla="*/ 528638 h 652036"/>
                <a:gd name="csX19" fmla="*/ 61912 w 566942"/>
                <a:gd name="csY19" fmla="*/ 495300 h 652036"/>
                <a:gd name="csX20" fmla="*/ 104775 w 566942"/>
                <a:gd name="csY20" fmla="*/ 447675 h 652036"/>
                <a:gd name="csX21" fmla="*/ 33338 w 566942"/>
                <a:gd name="csY21" fmla="*/ 381000 h 652036"/>
                <a:gd name="csX22" fmla="*/ 14289 w 566942"/>
                <a:gd name="csY22" fmla="*/ 302418 h 652036"/>
                <a:gd name="csX23" fmla="*/ 28575 w 566942"/>
                <a:gd name="csY23" fmla="*/ 159544 h 652036"/>
                <a:gd name="csX24" fmla="*/ 66676 w 566942"/>
                <a:gd name="csY24" fmla="*/ 76200 h 652036"/>
                <a:gd name="csX0" fmla="*/ 66676 w 571158"/>
                <a:gd name="csY0" fmla="*/ 76200 h 652036"/>
                <a:gd name="csX1" fmla="*/ 112075 w 571158"/>
                <a:gd name="csY1" fmla="*/ 61461 h 652036"/>
                <a:gd name="csX2" fmla="*/ 142875 w 571158"/>
                <a:gd name="csY2" fmla="*/ 69056 h 652036"/>
                <a:gd name="csX3" fmla="*/ 195262 w 571158"/>
                <a:gd name="csY3" fmla="*/ 16669 h 652036"/>
                <a:gd name="csX4" fmla="*/ 259558 w 571158"/>
                <a:gd name="csY4" fmla="*/ 0 h 652036"/>
                <a:gd name="csX5" fmla="*/ 311944 w 571158"/>
                <a:gd name="csY5" fmla="*/ 989 h 652036"/>
                <a:gd name="csX6" fmla="*/ 356636 w 571158"/>
                <a:gd name="csY6" fmla="*/ 28970 h 652036"/>
                <a:gd name="csX7" fmla="*/ 443118 w 571158"/>
                <a:gd name="csY7" fmla="*/ 43457 h 652036"/>
                <a:gd name="csX8" fmla="*/ 530845 w 571158"/>
                <a:gd name="csY8" fmla="*/ 112511 h 652036"/>
                <a:gd name="csX9" fmla="*/ 561456 w 571158"/>
                <a:gd name="csY9" fmla="*/ 211504 h 652036"/>
                <a:gd name="csX10" fmla="*/ 566942 w 571158"/>
                <a:gd name="csY10" fmla="*/ 347663 h 652036"/>
                <a:gd name="csX11" fmla="*/ 497682 w 571158"/>
                <a:gd name="csY11" fmla="*/ 395288 h 652036"/>
                <a:gd name="csX12" fmla="*/ 438150 w 571158"/>
                <a:gd name="csY12" fmla="*/ 421481 h 652036"/>
                <a:gd name="csX13" fmla="*/ 507207 w 571158"/>
                <a:gd name="csY13" fmla="*/ 469105 h 652036"/>
                <a:gd name="csX14" fmla="*/ 552449 w 571158"/>
                <a:gd name="csY14" fmla="*/ 516731 h 652036"/>
                <a:gd name="csX15" fmla="*/ 564357 w 571158"/>
                <a:gd name="csY15" fmla="*/ 645318 h 652036"/>
                <a:gd name="csX16" fmla="*/ 0 w 571158"/>
                <a:gd name="csY16" fmla="*/ 652036 h 652036"/>
                <a:gd name="csX17" fmla="*/ 4763 w 571158"/>
                <a:gd name="csY17" fmla="*/ 573880 h 652036"/>
                <a:gd name="csX18" fmla="*/ 64293 w 571158"/>
                <a:gd name="csY18" fmla="*/ 528638 h 652036"/>
                <a:gd name="csX19" fmla="*/ 61912 w 571158"/>
                <a:gd name="csY19" fmla="*/ 495300 h 652036"/>
                <a:gd name="csX20" fmla="*/ 104775 w 571158"/>
                <a:gd name="csY20" fmla="*/ 447675 h 652036"/>
                <a:gd name="csX21" fmla="*/ 33338 w 571158"/>
                <a:gd name="csY21" fmla="*/ 381000 h 652036"/>
                <a:gd name="csX22" fmla="*/ 14289 w 571158"/>
                <a:gd name="csY22" fmla="*/ 302418 h 652036"/>
                <a:gd name="csX23" fmla="*/ 28575 w 571158"/>
                <a:gd name="csY23" fmla="*/ 159544 h 652036"/>
                <a:gd name="csX24" fmla="*/ 66676 w 571158"/>
                <a:gd name="csY24" fmla="*/ 76200 h 652036"/>
                <a:gd name="csX0" fmla="*/ 66676 w 571158"/>
                <a:gd name="csY0" fmla="*/ 76200 h 652036"/>
                <a:gd name="csX1" fmla="*/ 112075 w 571158"/>
                <a:gd name="csY1" fmla="*/ 61461 h 652036"/>
                <a:gd name="csX2" fmla="*/ 142875 w 571158"/>
                <a:gd name="csY2" fmla="*/ 69056 h 652036"/>
                <a:gd name="csX3" fmla="*/ 195262 w 571158"/>
                <a:gd name="csY3" fmla="*/ 16669 h 652036"/>
                <a:gd name="csX4" fmla="*/ 259558 w 571158"/>
                <a:gd name="csY4" fmla="*/ 0 h 652036"/>
                <a:gd name="csX5" fmla="*/ 311944 w 571158"/>
                <a:gd name="csY5" fmla="*/ 989 h 652036"/>
                <a:gd name="csX6" fmla="*/ 356636 w 571158"/>
                <a:gd name="csY6" fmla="*/ 28970 h 652036"/>
                <a:gd name="csX7" fmla="*/ 443118 w 571158"/>
                <a:gd name="csY7" fmla="*/ 43457 h 652036"/>
                <a:gd name="csX8" fmla="*/ 530845 w 571158"/>
                <a:gd name="csY8" fmla="*/ 112511 h 652036"/>
                <a:gd name="csX9" fmla="*/ 561456 w 571158"/>
                <a:gd name="csY9" fmla="*/ 211504 h 652036"/>
                <a:gd name="csX10" fmla="*/ 566942 w 571158"/>
                <a:gd name="csY10" fmla="*/ 347663 h 652036"/>
                <a:gd name="csX11" fmla="*/ 497682 w 571158"/>
                <a:gd name="csY11" fmla="*/ 395288 h 652036"/>
                <a:gd name="csX12" fmla="*/ 438150 w 571158"/>
                <a:gd name="csY12" fmla="*/ 421481 h 652036"/>
                <a:gd name="csX13" fmla="*/ 507207 w 571158"/>
                <a:gd name="csY13" fmla="*/ 469105 h 652036"/>
                <a:gd name="csX14" fmla="*/ 552449 w 571158"/>
                <a:gd name="csY14" fmla="*/ 516731 h 652036"/>
                <a:gd name="csX15" fmla="*/ 564357 w 571158"/>
                <a:gd name="csY15" fmla="*/ 645318 h 652036"/>
                <a:gd name="csX16" fmla="*/ 0 w 571158"/>
                <a:gd name="csY16" fmla="*/ 652036 h 652036"/>
                <a:gd name="csX17" fmla="*/ 4763 w 571158"/>
                <a:gd name="csY17" fmla="*/ 573880 h 652036"/>
                <a:gd name="csX18" fmla="*/ 64293 w 571158"/>
                <a:gd name="csY18" fmla="*/ 528638 h 652036"/>
                <a:gd name="csX19" fmla="*/ 61912 w 571158"/>
                <a:gd name="csY19" fmla="*/ 495300 h 652036"/>
                <a:gd name="csX20" fmla="*/ 104775 w 571158"/>
                <a:gd name="csY20" fmla="*/ 447675 h 652036"/>
                <a:gd name="csX21" fmla="*/ 33338 w 571158"/>
                <a:gd name="csY21" fmla="*/ 381000 h 652036"/>
                <a:gd name="csX22" fmla="*/ 14289 w 571158"/>
                <a:gd name="csY22" fmla="*/ 302418 h 652036"/>
                <a:gd name="csX23" fmla="*/ 28575 w 571158"/>
                <a:gd name="csY23" fmla="*/ 159544 h 652036"/>
                <a:gd name="csX24" fmla="*/ 66676 w 571158"/>
                <a:gd name="csY24" fmla="*/ 76200 h 652036"/>
                <a:gd name="csX0" fmla="*/ 66676 w 571158"/>
                <a:gd name="csY0" fmla="*/ 76200 h 652036"/>
                <a:gd name="csX1" fmla="*/ 112075 w 571158"/>
                <a:gd name="csY1" fmla="*/ 61461 h 652036"/>
                <a:gd name="csX2" fmla="*/ 142875 w 571158"/>
                <a:gd name="csY2" fmla="*/ 69056 h 652036"/>
                <a:gd name="csX3" fmla="*/ 195262 w 571158"/>
                <a:gd name="csY3" fmla="*/ 16669 h 652036"/>
                <a:gd name="csX4" fmla="*/ 259558 w 571158"/>
                <a:gd name="csY4" fmla="*/ 0 h 652036"/>
                <a:gd name="csX5" fmla="*/ 311944 w 571158"/>
                <a:gd name="csY5" fmla="*/ 989 h 652036"/>
                <a:gd name="csX6" fmla="*/ 356636 w 571158"/>
                <a:gd name="csY6" fmla="*/ 28970 h 652036"/>
                <a:gd name="csX7" fmla="*/ 443118 w 571158"/>
                <a:gd name="csY7" fmla="*/ 43457 h 652036"/>
                <a:gd name="csX8" fmla="*/ 530845 w 571158"/>
                <a:gd name="csY8" fmla="*/ 112511 h 652036"/>
                <a:gd name="csX9" fmla="*/ 561456 w 571158"/>
                <a:gd name="csY9" fmla="*/ 211504 h 652036"/>
                <a:gd name="csX10" fmla="*/ 566942 w 571158"/>
                <a:gd name="csY10" fmla="*/ 347663 h 652036"/>
                <a:gd name="csX11" fmla="*/ 494749 w 571158"/>
                <a:gd name="csY11" fmla="*/ 398067 h 652036"/>
                <a:gd name="csX12" fmla="*/ 438150 w 571158"/>
                <a:gd name="csY12" fmla="*/ 421481 h 652036"/>
                <a:gd name="csX13" fmla="*/ 507207 w 571158"/>
                <a:gd name="csY13" fmla="*/ 469105 h 652036"/>
                <a:gd name="csX14" fmla="*/ 552449 w 571158"/>
                <a:gd name="csY14" fmla="*/ 516731 h 652036"/>
                <a:gd name="csX15" fmla="*/ 564357 w 571158"/>
                <a:gd name="csY15" fmla="*/ 645318 h 652036"/>
                <a:gd name="csX16" fmla="*/ 0 w 571158"/>
                <a:gd name="csY16" fmla="*/ 652036 h 652036"/>
                <a:gd name="csX17" fmla="*/ 4763 w 571158"/>
                <a:gd name="csY17" fmla="*/ 573880 h 652036"/>
                <a:gd name="csX18" fmla="*/ 64293 w 571158"/>
                <a:gd name="csY18" fmla="*/ 528638 h 652036"/>
                <a:gd name="csX19" fmla="*/ 61912 w 571158"/>
                <a:gd name="csY19" fmla="*/ 495300 h 652036"/>
                <a:gd name="csX20" fmla="*/ 104775 w 571158"/>
                <a:gd name="csY20" fmla="*/ 447675 h 652036"/>
                <a:gd name="csX21" fmla="*/ 33338 w 571158"/>
                <a:gd name="csY21" fmla="*/ 381000 h 652036"/>
                <a:gd name="csX22" fmla="*/ 14289 w 571158"/>
                <a:gd name="csY22" fmla="*/ 302418 h 652036"/>
                <a:gd name="csX23" fmla="*/ 28575 w 571158"/>
                <a:gd name="csY23" fmla="*/ 159544 h 652036"/>
                <a:gd name="csX24" fmla="*/ 66676 w 571158"/>
                <a:gd name="csY24" fmla="*/ 76200 h 652036"/>
                <a:gd name="csX0" fmla="*/ 66676 w 571158"/>
                <a:gd name="csY0" fmla="*/ 76200 h 652036"/>
                <a:gd name="csX1" fmla="*/ 112075 w 571158"/>
                <a:gd name="csY1" fmla="*/ 61461 h 652036"/>
                <a:gd name="csX2" fmla="*/ 142875 w 571158"/>
                <a:gd name="csY2" fmla="*/ 69056 h 652036"/>
                <a:gd name="csX3" fmla="*/ 195262 w 571158"/>
                <a:gd name="csY3" fmla="*/ 16669 h 652036"/>
                <a:gd name="csX4" fmla="*/ 259558 w 571158"/>
                <a:gd name="csY4" fmla="*/ 0 h 652036"/>
                <a:gd name="csX5" fmla="*/ 311944 w 571158"/>
                <a:gd name="csY5" fmla="*/ 989 h 652036"/>
                <a:gd name="csX6" fmla="*/ 356636 w 571158"/>
                <a:gd name="csY6" fmla="*/ 28970 h 652036"/>
                <a:gd name="csX7" fmla="*/ 443118 w 571158"/>
                <a:gd name="csY7" fmla="*/ 43457 h 652036"/>
                <a:gd name="csX8" fmla="*/ 530845 w 571158"/>
                <a:gd name="csY8" fmla="*/ 112511 h 652036"/>
                <a:gd name="csX9" fmla="*/ 561456 w 571158"/>
                <a:gd name="csY9" fmla="*/ 211504 h 652036"/>
                <a:gd name="csX10" fmla="*/ 566942 w 571158"/>
                <a:gd name="csY10" fmla="*/ 347663 h 652036"/>
                <a:gd name="csX11" fmla="*/ 494749 w 571158"/>
                <a:gd name="csY11" fmla="*/ 398067 h 652036"/>
                <a:gd name="csX12" fmla="*/ 463081 w 571158"/>
                <a:gd name="csY12" fmla="*/ 417314 h 652036"/>
                <a:gd name="csX13" fmla="*/ 507207 w 571158"/>
                <a:gd name="csY13" fmla="*/ 469105 h 652036"/>
                <a:gd name="csX14" fmla="*/ 552449 w 571158"/>
                <a:gd name="csY14" fmla="*/ 516731 h 652036"/>
                <a:gd name="csX15" fmla="*/ 564357 w 571158"/>
                <a:gd name="csY15" fmla="*/ 645318 h 652036"/>
                <a:gd name="csX16" fmla="*/ 0 w 571158"/>
                <a:gd name="csY16" fmla="*/ 652036 h 652036"/>
                <a:gd name="csX17" fmla="*/ 4763 w 571158"/>
                <a:gd name="csY17" fmla="*/ 573880 h 652036"/>
                <a:gd name="csX18" fmla="*/ 64293 w 571158"/>
                <a:gd name="csY18" fmla="*/ 528638 h 652036"/>
                <a:gd name="csX19" fmla="*/ 61912 w 571158"/>
                <a:gd name="csY19" fmla="*/ 495300 h 652036"/>
                <a:gd name="csX20" fmla="*/ 104775 w 571158"/>
                <a:gd name="csY20" fmla="*/ 447675 h 652036"/>
                <a:gd name="csX21" fmla="*/ 33338 w 571158"/>
                <a:gd name="csY21" fmla="*/ 381000 h 652036"/>
                <a:gd name="csX22" fmla="*/ 14289 w 571158"/>
                <a:gd name="csY22" fmla="*/ 302418 h 652036"/>
                <a:gd name="csX23" fmla="*/ 28575 w 571158"/>
                <a:gd name="csY23" fmla="*/ 159544 h 652036"/>
                <a:gd name="csX24" fmla="*/ 66676 w 571158"/>
                <a:gd name="csY24" fmla="*/ 76200 h 652036"/>
                <a:gd name="csX0" fmla="*/ 66676 w 571158"/>
                <a:gd name="csY0" fmla="*/ 76200 h 652036"/>
                <a:gd name="csX1" fmla="*/ 112075 w 571158"/>
                <a:gd name="csY1" fmla="*/ 61461 h 652036"/>
                <a:gd name="csX2" fmla="*/ 142875 w 571158"/>
                <a:gd name="csY2" fmla="*/ 69056 h 652036"/>
                <a:gd name="csX3" fmla="*/ 195262 w 571158"/>
                <a:gd name="csY3" fmla="*/ 16669 h 652036"/>
                <a:gd name="csX4" fmla="*/ 259558 w 571158"/>
                <a:gd name="csY4" fmla="*/ 0 h 652036"/>
                <a:gd name="csX5" fmla="*/ 311944 w 571158"/>
                <a:gd name="csY5" fmla="*/ 989 h 652036"/>
                <a:gd name="csX6" fmla="*/ 356636 w 571158"/>
                <a:gd name="csY6" fmla="*/ 28970 h 652036"/>
                <a:gd name="csX7" fmla="*/ 443118 w 571158"/>
                <a:gd name="csY7" fmla="*/ 43457 h 652036"/>
                <a:gd name="csX8" fmla="*/ 530845 w 571158"/>
                <a:gd name="csY8" fmla="*/ 112511 h 652036"/>
                <a:gd name="csX9" fmla="*/ 561456 w 571158"/>
                <a:gd name="csY9" fmla="*/ 211504 h 652036"/>
                <a:gd name="csX10" fmla="*/ 566942 w 571158"/>
                <a:gd name="csY10" fmla="*/ 347663 h 652036"/>
                <a:gd name="csX11" fmla="*/ 494749 w 571158"/>
                <a:gd name="csY11" fmla="*/ 398067 h 652036"/>
                <a:gd name="csX12" fmla="*/ 463081 w 571158"/>
                <a:gd name="csY12" fmla="*/ 417314 h 652036"/>
                <a:gd name="csX13" fmla="*/ 507207 w 571158"/>
                <a:gd name="csY13" fmla="*/ 469105 h 652036"/>
                <a:gd name="csX14" fmla="*/ 552449 w 571158"/>
                <a:gd name="csY14" fmla="*/ 516731 h 652036"/>
                <a:gd name="csX15" fmla="*/ 564357 w 571158"/>
                <a:gd name="csY15" fmla="*/ 645318 h 652036"/>
                <a:gd name="csX16" fmla="*/ 0 w 571158"/>
                <a:gd name="csY16" fmla="*/ 652036 h 652036"/>
                <a:gd name="csX17" fmla="*/ 4763 w 571158"/>
                <a:gd name="csY17" fmla="*/ 573880 h 652036"/>
                <a:gd name="csX18" fmla="*/ 64293 w 571158"/>
                <a:gd name="csY18" fmla="*/ 528638 h 652036"/>
                <a:gd name="csX19" fmla="*/ 61912 w 571158"/>
                <a:gd name="csY19" fmla="*/ 495300 h 652036"/>
                <a:gd name="csX20" fmla="*/ 104775 w 571158"/>
                <a:gd name="csY20" fmla="*/ 447675 h 652036"/>
                <a:gd name="csX21" fmla="*/ 33338 w 571158"/>
                <a:gd name="csY21" fmla="*/ 381000 h 652036"/>
                <a:gd name="csX22" fmla="*/ 14289 w 571158"/>
                <a:gd name="csY22" fmla="*/ 302418 h 652036"/>
                <a:gd name="csX23" fmla="*/ 28575 w 571158"/>
                <a:gd name="csY23" fmla="*/ 159544 h 652036"/>
                <a:gd name="csX24" fmla="*/ 66676 w 571158"/>
                <a:gd name="csY24" fmla="*/ 76200 h 652036"/>
                <a:gd name="csX0" fmla="*/ 66676 w 571158"/>
                <a:gd name="csY0" fmla="*/ 76200 h 652036"/>
                <a:gd name="csX1" fmla="*/ 112075 w 571158"/>
                <a:gd name="csY1" fmla="*/ 61461 h 652036"/>
                <a:gd name="csX2" fmla="*/ 142875 w 571158"/>
                <a:gd name="csY2" fmla="*/ 69056 h 652036"/>
                <a:gd name="csX3" fmla="*/ 195262 w 571158"/>
                <a:gd name="csY3" fmla="*/ 16669 h 652036"/>
                <a:gd name="csX4" fmla="*/ 259558 w 571158"/>
                <a:gd name="csY4" fmla="*/ 0 h 652036"/>
                <a:gd name="csX5" fmla="*/ 311944 w 571158"/>
                <a:gd name="csY5" fmla="*/ 989 h 652036"/>
                <a:gd name="csX6" fmla="*/ 356636 w 571158"/>
                <a:gd name="csY6" fmla="*/ 28970 h 652036"/>
                <a:gd name="csX7" fmla="*/ 443118 w 571158"/>
                <a:gd name="csY7" fmla="*/ 43457 h 652036"/>
                <a:gd name="csX8" fmla="*/ 530845 w 571158"/>
                <a:gd name="csY8" fmla="*/ 112511 h 652036"/>
                <a:gd name="csX9" fmla="*/ 561456 w 571158"/>
                <a:gd name="csY9" fmla="*/ 211504 h 652036"/>
                <a:gd name="csX10" fmla="*/ 566942 w 571158"/>
                <a:gd name="csY10" fmla="*/ 347663 h 652036"/>
                <a:gd name="csX11" fmla="*/ 494749 w 571158"/>
                <a:gd name="csY11" fmla="*/ 398067 h 652036"/>
                <a:gd name="csX12" fmla="*/ 463081 w 571158"/>
                <a:gd name="csY12" fmla="*/ 417314 h 652036"/>
                <a:gd name="csX13" fmla="*/ 538005 w 571158"/>
                <a:gd name="csY13" fmla="*/ 457991 h 652036"/>
                <a:gd name="csX14" fmla="*/ 552449 w 571158"/>
                <a:gd name="csY14" fmla="*/ 516731 h 652036"/>
                <a:gd name="csX15" fmla="*/ 564357 w 571158"/>
                <a:gd name="csY15" fmla="*/ 645318 h 652036"/>
                <a:gd name="csX16" fmla="*/ 0 w 571158"/>
                <a:gd name="csY16" fmla="*/ 652036 h 652036"/>
                <a:gd name="csX17" fmla="*/ 4763 w 571158"/>
                <a:gd name="csY17" fmla="*/ 573880 h 652036"/>
                <a:gd name="csX18" fmla="*/ 64293 w 571158"/>
                <a:gd name="csY18" fmla="*/ 528638 h 652036"/>
                <a:gd name="csX19" fmla="*/ 61912 w 571158"/>
                <a:gd name="csY19" fmla="*/ 495300 h 652036"/>
                <a:gd name="csX20" fmla="*/ 104775 w 571158"/>
                <a:gd name="csY20" fmla="*/ 447675 h 652036"/>
                <a:gd name="csX21" fmla="*/ 33338 w 571158"/>
                <a:gd name="csY21" fmla="*/ 381000 h 652036"/>
                <a:gd name="csX22" fmla="*/ 14289 w 571158"/>
                <a:gd name="csY22" fmla="*/ 302418 h 652036"/>
                <a:gd name="csX23" fmla="*/ 28575 w 571158"/>
                <a:gd name="csY23" fmla="*/ 159544 h 652036"/>
                <a:gd name="csX24" fmla="*/ 66676 w 571158"/>
                <a:gd name="csY24" fmla="*/ 76200 h 652036"/>
                <a:gd name="csX0" fmla="*/ 66676 w 584713"/>
                <a:gd name="csY0" fmla="*/ 76200 h 652036"/>
                <a:gd name="csX1" fmla="*/ 112075 w 584713"/>
                <a:gd name="csY1" fmla="*/ 61461 h 652036"/>
                <a:gd name="csX2" fmla="*/ 142875 w 584713"/>
                <a:gd name="csY2" fmla="*/ 69056 h 652036"/>
                <a:gd name="csX3" fmla="*/ 195262 w 584713"/>
                <a:gd name="csY3" fmla="*/ 16669 h 652036"/>
                <a:gd name="csX4" fmla="*/ 259558 w 584713"/>
                <a:gd name="csY4" fmla="*/ 0 h 652036"/>
                <a:gd name="csX5" fmla="*/ 311944 w 584713"/>
                <a:gd name="csY5" fmla="*/ 989 h 652036"/>
                <a:gd name="csX6" fmla="*/ 356636 w 584713"/>
                <a:gd name="csY6" fmla="*/ 28970 h 652036"/>
                <a:gd name="csX7" fmla="*/ 443118 w 584713"/>
                <a:gd name="csY7" fmla="*/ 43457 h 652036"/>
                <a:gd name="csX8" fmla="*/ 530845 w 584713"/>
                <a:gd name="csY8" fmla="*/ 112511 h 652036"/>
                <a:gd name="csX9" fmla="*/ 561456 w 584713"/>
                <a:gd name="csY9" fmla="*/ 211504 h 652036"/>
                <a:gd name="csX10" fmla="*/ 566942 w 584713"/>
                <a:gd name="csY10" fmla="*/ 347663 h 652036"/>
                <a:gd name="csX11" fmla="*/ 494749 w 584713"/>
                <a:gd name="csY11" fmla="*/ 398067 h 652036"/>
                <a:gd name="csX12" fmla="*/ 463081 w 584713"/>
                <a:gd name="csY12" fmla="*/ 417314 h 652036"/>
                <a:gd name="csX13" fmla="*/ 538005 w 584713"/>
                <a:gd name="csY13" fmla="*/ 457991 h 652036"/>
                <a:gd name="csX14" fmla="*/ 584713 w 584713"/>
                <a:gd name="csY14" fmla="*/ 512563 h 652036"/>
                <a:gd name="csX15" fmla="*/ 564357 w 584713"/>
                <a:gd name="csY15" fmla="*/ 645318 h 652036"/>
                <a:gd name="csX16" fmla="*/ 0 w 584713"/>
                <a:gd name="csY16" fmla="*/ 652036 h 652036"/>
                <a:gd name="csX17" fmla="*/ 4763 w 584713"/>
                <a:gd name="csY17" fmla="*/ 573880 h 652036"/>
                <a:gd name="csX18" fmla="*/ 64293 w 584713"/>
                <a:gd name="csY18" fmla="*/ 528638 h 652036"/>
                <a:gd name="csX19" fmla="*/ 61912 w 584713"/>
                <a:gd name="csY19" fmla="*/ 495300 h 652036"/>
                <a:gd name="csX20" fmla="*/ 104775 w 584713"/>
                <a:gd name="csY20" fmla="*/ 447675 h 652036"/>
                <a:gd name="csX21" fmla="*/ 33338 w 584713"/>
                <a:gd name="csY21" fmla="*/ 381000 h 652036"/>
                <a:gd name="csX22" fmla="*/ 14289 w 584713"/>
                <a:gd name="csY22" fmla="*/ 302418 h 652036"/>
                <a:gd name="csX23" fmla="*/ 28575 w 584713"/>
                <a:gd name="csY23" fmla="*/ 159544 h 652036"/>
                <a:gd name="csX24" fmla="*/ 66676 w 584713"/>
                <a:gd name="csY24" fmla="*/ 76200 h 652036"/>
                <a:gd name="csX0" fmla="*/ 66676 w 584713"/>
                <a:gd name="csY0" fmla="*/ 76200 h 652036"/>
                <a:gd name="csX1" fmla="*/ 112075 w 584713"/>
                <a:gd name="csY1" fmla="*/ 61461 h 652036"/>
                <a:gd name="csX2" fmla="*/ 142875 w 584713"/>
                <a:gd name="csY2" fmla="*/ 69056 h 652036"/>
                <a:gd name="csX3" fmla="*/ 195262 w 584713"/>
                <a:gd name="csY3" fmla="*/ 16669 h 652036"/>
                <a:gd name="csX4" fmla="*/ 259558 w 584713"/>
                <a:gd name="csY4" fmla="*/ 0 h 652036"/>
                <a:gd name="csX5" fmla="*/ 311944 w 584713"/>
                <a:gd name="csY5" fmla="*/ 989 h 652036"/>
                <a:gd name="csX6" fmla="*/ 356636 w 584713"/>
                <a:gd name="csY6" fmla="*/ 28970 h 652036"/>
                <a:gd name="csX7" fmla="*/ 443118 w 584713"/>
                <a:gd name="csY7" fmla="*/ 43457 h 652036"/>
                <a:gd name="csX8" fmla="*/ 530845 w 584713"/>
                <a:gd name="csY8" fmla="*/ 112511 h 652036"/>
                <a:gd name="csX9" fmla="*/ 561456 w 584713"/>
                <a:gd name="csY9" fmla="*/ 211504 h 652036"/>
                <a:gd name="csX10" fmla="*/ 566942 w 584713"/>
                <a:gd name="csY10" fmla="*/ 347663 h 652036"/>
                <a:gd name="csX11" fmla="*/ 494749 w 584713"/>
                <a:gd name="csY11" fmla="*/ 398067 h 652036"/>
                <a:gd name="csX12" fmla="*/ 463081 w 584713"/>
                <a:gd name="csY12" fmla="*/ 417314 h 652036"/>
                <a:gd name="csX13" fmla="*/ 538005 w 584713"/>
                <a:gd name="csY13" fmla="*/ 457991 h 652036"/>
                <a:gd name="csX14" fmla="*/ 584713 w 584713"/>
                <a:gd name="csY14" fmla="*/ 512563 h 652036"/>
                <a:gd name="csX15" fmla="*/ 564357 w 584713"/>
                <a:gd name="csY15" fmla="*/ 645318 h 652036"/>
                <a:gd name="csX16" fmla="*/ 0 w 584713"/>
                <a:gd name="csY16" fmla="*/ 652036 h 652036"/>
                <a:gd name="csX17" fmla="*/ 4763 w 584713"/>
                <a:gd name="csY17" fmla="*/ 573880 h 652036"/>
                <a:gd name="csX18" fmla="*/ 64293 w 584713"/>
                <a:gd name="csY18" fmla="*/ 528638 h 652036"/>
                <a:gd name="csX19" fmla="*/ 61912 w 584713"/>
                <a:gd name="csY19" fmla="*/ 495300 h 652036"/>
                <a:gd name="csX20" fmla="*/ 104775 w 584713"/>
                <a:gd name="csY20" fmla="*/ 447675 h 652036"/>
                <a:gd name="csX21" fmla="*/ 33338 w 584713"/>
                <a:gd name="csY21" fmla="*/ 381000 h 652036"/>
                <a:gd name="csX22" fmla="*/ 14289 w 584713"/>
                <a:gd name="csY22" fmla="*/ 302418 h 652036"/>
                <a:gd name="csX23" fmla="*/ 28575 w 584713"/>
                <a:gd name="csY23" fmla="*/ 159544 h 652036"/>
                <a:gd name="csX24" fmla="*/ 66676 w 584713"/>
                <a:gd name="csY24" fmla="*/ 76200 h 652036"/>
                <a:gd name="csX0" fmla="*/ 66676 w 584891"/>
                <a:gd name="csY0" fmla="*/ 76200 h 652036"/>
                <a:gd name="csX1" fmla="*/ 112075 w 584891"/>
                <a:gd name="csY1" fmla="*/ 61461 h 652036"/>
                <a:gd name="csX2" fmla="*/ 142875 w 584891"/>
                <a:gd name="csY2" fmla="*/ 69056 h 652036"/>
                <a:gd name="csX3" fmla="*/ 195262 w 584891"/>
                <a:gd name="csY3" fmla="*/ 16669 h 652036"/>
                <a:gd name="csX4" fmla="*/ 259558 w 584891"/>
                <a:gd name="csY4" fmla="*/ 0 h 652036"/>
                <a:gd name="csX5" fmla="*/ 311944 w 584891"/>
                <a:gd name="csY5" fmla="*/ 989 h 652036"/>
                <a:gd name="csX6" fmla="*/ 356636 w 584891"/>
                <a:gd name="csY6" fmla="*/ 28970 h 652036"/>
                <a:gd name="csX7" fmla="*/ 443118 w 584891"/>
                <a:gd name="csY7" fmla="*/ 43457 h 652036"/>
                <a:gd name="csX8" fmla="*/ 530845 w 584891"/>
                <a:gd name="csY8" fmla="*/ 112511 h 652036"/>
                <a:gd name="csX9" fmla="*/ 561456 w 584891"/>
                <a:gd name="csY9" fmla="*/ 211504 h 652036"/>
                <a:gd name="csX10" fmla="*/ 566942 w 584891"/>
                <a:gd name="csY10" fmla="*/ 347663 h 652036"/>
                <a:gd name="csX11" fmla="*/ 494749 w 584891"/>
                <a:gd name="csY11" fmla="*/ 398067 h 652036"/>
                <a:gd name="csX12" fmla="*/ 463081 w 584891"/>
                <a:gd name="csY12" fmla="*/ 417314 h 652036"/>
                <a:gd name="csX13" fmla="*/ 538005 w 584891"/>
                <a:gd name="csY13" fmla="*/ 457991 h 652036"/>
                <a:gd name="csX14" fmla="*/ 584713 w 584891"/>
                <a:gd name="csY14" fmla="*/ 512563 h 652036"/>
                <a:gd name="csX15" fmla="*/ 564357 w 584891"/>
                <a:gd name="csY15" fmla="*/ 645318 h 652036"/>
                <a:gd name="csX16" fmla="*/ 0 w 584891"/>
                <a:gd name="csY16" fmla="*/ 652036 h 652036"/>
                <a:gd name="csX17" fmla="*/ 4763 w 584891"/>
                <a:gd name="csY17" fmla="*/ 573880 h 652036"/>
                <a:gd name="csX18" fmla="*/ 64293 w 584891"/>
                <a:gd name="csY18" fmla="*/ 528638 h 652036"/>
                <a:gd name="csX19" fmla="*/ 61912 w 584891"/>
                <a:gd name="csY19" fmla="*/ 495300 h 652036"/>
                <a:gd name="csX20" fmla="*/ 104775 w 584891"/>
                <a:gd name="csY20" fmla="*/ 447675 h 652036"/>
                <a:gd name="csX21" fmla="*/ 33338 w 584891"/>
                <a:gd name="csY21" fmla="*/ 381000 h 652036"/>
                <a:gd name="csX22" fmla="*/ 14289 w 584891"/>
                <a:gd name="csY22" fmla="*/ 302418 h 652036"/>
                <a:gd name="csX23" fmla="*/ 28575 w 584891"/>
                <a:gd name="csY23" fmla="*/ 159544 h 652036"/>
                <a:gd name="csX24" fmla="*/ 66676 w 584891"/>
                <a:gd name="csY24" fmla="*/ 76200 h 652036"/>
                <a:gd name="csX0" fmla="*/ 66676 w 605158"/>
                <a:gd name="csY0" fmla="*/ 76200 h 652036"/>
                <a:gd name="csX1" fmla="*/ 112075 w 605158"/>
                <a:gd name="csY1" fmla="*/ 61461 h 652036"/>
                <a:gd name="csX2" fmla="*/ 142875 w 605158"/>
                <a:gd name="csY2" fmla="*/ 69056 h 652036"/>
                <a:gd name="csX3" fmla="*/ 195262 w 605158"/>
                <a:gd name="csY3" fmla="*/ 16669 h 652036"/>
                <a:gd name="csX4" fmla="*/ 259558 w 605158"/>
                <a:gd name="csY4" fmla="*/ 0 h 652036"/>
                <a:gd name="csX5" fmla="*/ 311944 w 605158"/>
                <a:gd name="csY5" fmla="*/ 989 h 652036"/>
                <a:gd name="csX6" fmla="*/ 356636 w 605158"/>
                <a:gd name="csY6" fmla="*/ 28970 h 652036"/>
                <a:gd name="csX7" fmla="*/ 443118 w 605158"/>
                <a:gd name="csY7" fmla="*/ 43457 h 652036"/>
                <a:gd name="csX8" fmla="*/ 530845 w 605158"/>
                <a:gd name="csY8" fmla="*/ 112511 h 652036"/>
                <a:gd name="csX9" fmla="*/ 561456 w 605158"/>
                <a:gd name="csY9" fmla="*/ 211504 h 652036"/>
                <a:gd name="csX10" fmla="*/ 566942 w 605158"/>
                <a:gd name="csY10" fmla="*/ 347663 h 652036"/>
                <a:gd name="csX11" fmla="*/ 494749 w 605158"/>
                <a:gd name="csY11" fmla="*/ 398067 h 652036"/>
                <a:gd name="csX12" fmla="*/ 463081 w 605158"/>
                <a:gd name="csY12" fmla="*/ 417314 h 652036"/>
                <a:gd name="csX13" fmla="*/ 538005 w 605158"/>
                <a:gd name="csY13" fmla="*/ 457991 h 652036"/>
                <a:gd name="csX14" fmla="*/ 584713 w 605158"/>
                <a:gd name="csY14" fmla="*/ 512563 h 652036"/>
                <a:gd name="csX15" fmla="*/ 603954 w 605158"/>
                <a:gd name="csY15" fmla="*/ 646707 h 652036"/>
                <a:gd name="csX16" fmla="*/ 0 w 605158"/>
                <a:gd name="csY16" fmla="*/ 652036 h 652036"/>
                <a:gd name="csX17" fmla="*/ 4763 w 605158"/>
                <a:gd name="csY17" fmla="*/ 573880 h 652036"/>
                <a:gd name="csX18" fmla="*/ 64293 w 605158"/>
                <a:gd name="csY18" fmla="*/ 528638 h 652036"/>
                <a:gd name="csX19" fmla="*/ 61912 w 605158"/>
                <a:gd name="csY19" fmla="*/ 495300 h 652036"/>
                <a:gd name="csX20" fmla="*/ 104775 w 605158"/>
                <a:gd name="csY20" fmla="*/ 447675 h 652036"/>
                <a:gd name="csX21" fmla="*/ 33338 w 605158"/>
                <a:gd name="csY21" fmla="*/ 381000 h 652036"/>
                <a:gd name="csX22" fmla="*/ 14289 w 605158"/>
                <a:gd name="csY22" fmla="*/ 302418 h 652036"/>
                <a:gd name="csX23" fmla="*/ 28575 w 605158"/>
                <a:gd name="csY23" fmla="*/ 159544 h 652036"/>
                <a:gd name="csX24" fmla="*/ 66676 w 605158"/>
                <a:gd name="csY24" fmla="*/ 76200 h 652036"/>
                <a:gd name="csX0" fmla="*/ 66676 w 605158"/>
                <a:gd name="csY0" fmla="*/ 76200 h 652036"/>
                <a:gd name="csX1" fmla="*/ 112075 w 605158"/>
                <a:gd name="csY1" fmla="*/ 61461 h 652036"/>
                <a:gd name="csX2" fmla="*/ 142875 w 605158"/>
                <a:gd name="csY2" fmla="*/ 69056 h 652036"/>
                <a:gd name="csX3" fmla="*/ 195262 w 605158"/>
                <a:gd name="csY3" fmla="*/ 16669 h 652036"/>
                <a:gd name="csX4" fmla="*/ 259558 w 605158"/>
                <a:gd name="csY4" fmla="*/ 0 h 652036"/>
                <a:gd name="csX5" fmla="*/ 311944 w 605158"/>
                <a:gd name="csY5" fmla="*/ 989 h 652036"/>
                <a:gd name="csX6" fmla="*/ 356636 w 605158"/>
                <a:gd name="csY6" fmla="*/ 28970 h 652036"/>
                <a:gd name="csX7" fmla="*/ 443118 w 605158"/>
                <a:gd name="csY7" fmla="*/ 43457 h 652036"/>
                <a:gd name="csX8" fmla="*/ 530845 w 605158"/>
                <a:gd name="csY8" fmla="*/ 112511 h 652036"/>
                <a:gd name="csX9" fmla="*/ 561456 w 605158"/>
                <a:gd name="csY9" fmla="*/ 211504 h 652036"/>
                <a:gd name="csX10" fmla="*/ 566942 w 605158"/>
                <a:gd name="csY10" fmla="*/ 347663 h 652036"/>
                <a:gd name="csX11" fmla="*/ 494749 w 605158"/>
                <a:gd name="csY11" fmla="*/ 398067 h 652036"/>
                <a:gd name="csX12" fmla="*/ 463081 w 605158"/>
                <a:gd name="csY12" fmla="*/ 417314 h 652036"/>
                <a:gd name="csX13" fmla="*/ 538005 w 605158"/>
                <a:gd name="csY13" fmla="*/ 457991 h 652036"/>
                <a:gd name="csX14" fmla="*/ 584713 w 605158"/>
                <a:gd name="csY14" fmla="*/ 512563 h 652036"/>
                <a:gd name="csX15" fmla="*/ 603954 w 605158"/>
                <a:gd name="csY15" fmla="*/ 646707 h 652036"/>
                <a:gd name="csX16" fmla="*/ 0 w 605158"/>
                <a:gd name="csY16" fmla="*/ 652036 h 652036"/>
                <a:gd name="csX17" fmla="*/ 4763 w 605158"/>
                <a:gd name="csY17" fmla="*/ 573880 h 652036"/>
                <a:gd name="csX18" fmla="*/ 64293 w 605158"/>
                <a:gd name="csY18" fmla="*/ 528638 h 652036"/>
                <a:gd name="csX19" fmla="*/ 61912 w 605158"/>
                <a:gd name="csY19" fmla="*/ 495300 h 652036"/>
                <a:gd name="csX20" fmla="*/ 104775 w 605158"/>
                <a:gd name="csY20" fmla="*/ 447675 h 652036"/>
                <a:gd name="csX21" fmla="*/ 33338 w 605158"/>
                <a:gd name="csY21" fmla="*/ 381000 h 652036"/>
                <a:gd name="csX22" fmla="*/ 14289 w 605158"/>
                <a:gd name="csY22" fmla="*/ 302418 h 652036"/>
                <a:gd name="csX23" fmla="*/ 28575 w 605158"/>
                <a:gd name="csY23" fmla="*/ 159544 h 652036"/>
                <a:gd name="csX24" fmla="*/ 66676 w 605158"/>
                <a:gd name="csY24" fmla="*/ 76200 h 652036"/>
                <a:gd name="csX0" fmla="*/ 67056 w 605538"/>
                <a:gd name="csY0" fmla="*/ 76200 h 652036"/>
                <a:gd name="csX1" fmla="*/ 112455 w 605538"/>
                <a:gd name="csY1" fmla="*/ 61461 h 652036"/>
                <a:gd name="csX2" fmla="*/ 143255 w 605538"/>
                <a:gd name="csY2" fmla="*/ 69056 h 652036"/>
                <a:gd name="csX3" fmla="*/ 195642 w 605538"/>
                <a:gd name="csY3" fmla="*/ 16669 h 652036"/>
                <a:gd name="csX4" fmla="*/ 259938 w 605538"/>
                <a:gd name="csY4" fmla="*/ 0 h 652036"/>
                <a:gd name="csX5" fmla="*/ 312324 w 605538"/>
                <a:gd name="csY5" fmla="*/ 989 h 652036"/>
                <a:gd name="csX6" fmla="*/ 357016 w 605538"/>
                <a:gd name="csY6" fmla="*/ 28970 h 652036"/>
                <a:gd name="csX7" fmla="*/ 443498 w 605538"/>
                <a:gd name="csY7" fmla="*/ 43457 h 652036"/>
                <a:gd name="csX8" fmla="*/ 531225 w 605538"/>
                <a:gd name="csY8" fmla="*/ 112511 h 652036"/>
                <a:gd name="csX9" fmla="*/ 561836 w 605538"/>
                <a:gd name="csY9" fmla="*/ 211504 h 652036"/>
                <a:gd name="csX10" fmla="*/ 567322 w 605538"/>
                <a:gd name="csY10" fmla="*/ 347663 h 652036"/>
                <a:gd name="csX11" fmla="*/ 495129 w 605538"/>
                <a:gd name="csY11" fmla="*/ 398067 h 652036"/>
                <a:gd name="csX12" fmla="*/ 463461 w 605538"/>
                <a:gd name="csY12" fmla="*/ 417314 h 652036"/>
                <a:gd name="csX13" fmla="*/ 538385 w 605538"/>
                <a:gd name="csY13" fmla="*/ 457991 h 652036"/>
                <a:gd name="csX14" fmla="*/ 585093 w 605538"/>
                <a:gd name="csY14" fmla="*/ 512563 h 652036"/>
                <a:gd name="csX15" fmla="*/ 604334 w 605538"/>
                <a:gd name="csY15" fmla="*/ 646707 h 652036"/>
                <a:gd name="csX16" fmla="*/ 380 w 605538"/>
                <a:gd name="csY16" fmla="*/ 652036 h 652036"/>
                <a:gd name="csX17" fmla="*/ 5143 w 605538"/>
                <a:gd name="csY17" fmla="*/ 573880 h 652036"/>
                <a:gd name="csX18" fmla="*/ 64673 w 605538"/>
                <a:gd name="csY18" fmla="*/ 528638 h 652036"/>
                <a:gd name="csX19" fmla="*/ 62292 w 605538"/>
                <a:gd name="csY19" fmla="*/ 495300 h 652036"/>
                <a:gd name="csX20" fmla="*/ 105155 w 605538"/>
                <a:gd name="csY20" fmla="*/ 447675 h 652036"/>
                <a:gd name="csX21" fmla="*/ 33718 w 605538"/>
                <a:gd name="csY21" fmla="*/ 381000 h 652036"/>
                <a:gd name="csX22" fmla="*/ 14669 w 605538"/>
                <a:gd name="csY22" fmla="*/ 302418 h 652036"/>
                <a:gd name="csX23" fmla="*/ 28955 w 605538"/>
                <a:gd name="csY23" fmla="*/ 159544 h 652036"/>
                <a:gd name="csX24" fmla="*/ 67056 w 605538"/>
                <a:gd name="csY24" fmla="*/ 76200 h 652036"/>
                <a:gd name="csX0" fmla="*/ 67056 w 605538"/>
                <a:gd name="csY0" fmla="*/ 76200 h 652036"/>
                <a:gd name="csX1" fmla="*/ 112455 w 605538"/>
                <a:gd name="csY1" fmla="*/ 61461 h 652036"/>
                <a:gd name="csX2" fmla="*/ 143255 w 605538"/>
                <a:gd name="csY2" fmla="*/ 69056 h 652036"/>
                <a:gd name="csX3" fmla="*/ 195642 w 605538"/>
                <a:gd name="csY3" fmla="*/ 16669 h 652036"/>
                <a:gd name="csX4" fmla="*/ 259938 w 605538"/>
                <a:gd name="csY4" fmla="*/ 0 h 652036"/>
                <a:gd name="csX5" fmla="*/ 312324 w 605538"/>
                <a:gd name="csY5" fmla="*/ 989 h 652036"/>
                <a:gd name="csX6" fmla="*/ 357016 w 605538"/>
                <a:gd name="csY6" fmla="*/ 28970 h 652036"/>
                <a:gd name="csX7" fmla="*/ 443498 w 605538"/>
                <a:gd name="csY7" fmla="*/ 43457 h 652036"/>
                <a:gd name="csX8" fmla="*/ 531225 w 605538"/>
                <a:gd name="csY8" fmla="*/ 112511 h 652036"/>
                <a:gd name="csX9" fmla="*/ 561836 w 605538"/>
                <a:gd name="csY9" fmla="*/ 211504 h 652036"/>
                <a:gd name="csX10" fmla="*/ 567322 w 605538"/>
                <a:gd name="csY10" fmla="*/ 347663 h 652036"/>
                <a:gd name="csX11" fmla="*/ 495129 w 605538"/>
                <a:gd name="csY11" fmla="*/ 398067 h 652036"/>
                <a:gd name="csX12" fmla="*/ 463461 w 605538"/>
                <a:gd name="csY12" fmla="*/ 417314 h 652036"/>
                <a:gd name="csX13" fmla="*/ 538385 w 605538"/>
                <a:gd name="csY13" fmla="*/ 457991 h 652036"/>
                <a:gd name="csX14" fmla="*/ 585093 w 605538"/>
                <a:gd name="csY14" fmla="*/ 512563 h 652036"/>
                <a:gd name="csX15" fmla="*/ 604334 w 605538"/>
                <a:gd name="csY15" fmla="*/ 646707 h 652036"/>
                <a:gd name="csX16" fmla="*/ 380 w 605538"/>
                <a:gd name="csY16" fmla="*/ 652036 h 652036"/>
                <a:gd name="csX17" fmla="*/ 5143 w 605538"/>
                <a:gd name="csY17" fmla="*/ 573880 h 652036"/>
                <a:gd name="csX18" fmla="*/ 64673 w 605538"/>
                <a:gd name="csY18" fmla="*/ 528638 h 652036"/>
                <a:gd name="csX19" fmla="*/ 62292 w 605538"/>
                <a:gd name="csY19" fmla="*/ 495300 h 652036"/>
                <a:gd name="csX20" fmla="*/ 105155 w 605538"/>
                <a:gd name="csY20" fmla="*/ 447675 h 652036"/>
                <a:gd name="csX21" fmla="*/ 33718 w 605538"/>
                <a:gd name="csY21" fmla="*/ 381000 h 652036"/>
                <a:gd name="csX22" fmla="*/ 14669 w 605538"/>
                <a:gd name="csY22" fmla="*/ 302418 h 652036"/>
                <a:gd name="csX23" fmla="*/ 28955 w 605538"/>
                <a:gd name="csY23" fmla="*/ 159544 h 652036"/>
                <a:gd name="csX24" fmla="*/ 67056 w 605538"/>
                <a:gd name="csY24" fmla="*/ 76200 h 652036"/>
                <a:gd name="csX0" fmla="*/ 67056 w 605538"/>
                <a:gd name="csY0" fmla="*/ 76200 h 652036"/>
                <a:gd name="csX1" fmla="*/ 112455 w 605538"/>
                <a:gd name="csY1" fmla="*/ 61461 h 652036"/>
                <a:gd name="csX2" fmla="*/ 143255 w 605538"/>
                <a:gd name="csY2" fmla="*/ 69056 h 652036"/>
                <a:gd name="csX3" fmla="*/ 195642 w 605538"/>
                <a:gd name="csY3" fmla="*/ 16669 h 652036"/>
                <a:gd name="csX4" fmla="*/ 259938 w 605538"/>
                <a:gd name="csY4" fmla="*/ 0 h 652036"/>
                <a:gd name="csX5" fmla="*/ 312324 w 605538"/>
                <a:gd name="csY5" fmla="*/ 989 h 652036"/>
                <a:gd name="csX6" fmla="*/ 357016 w 605538"/>
                <a:gd name="csY6" fmla="*/ 28970 h 652036"/>
                <a:gd name="csX7" fmla="*/ 443498 w 605538"/>
                <a:gd name="csY7" fmla="*/ 43457 h 652036"/>
                <a:gd name="csX8" fmla="*/ 531225 w 605538"/>
                <a:gd name="csY8" fmla="*/ 112511 h 652036"/>
                <a:gd name="csX9" fmla="*/ 561836 w 605538"/>
                <a:gd name="csY9" fmla="*/ 211504 h 652036"/>
                <a:gd name="csX10" fmla="*/ 567322 w 605538"/>
                <a:gd name="csY10" fmla="*/ 347663 h 652036"/>
                <a:gd name="csX11" fmla="*/ 495129 w 605538"/>
                <a:gd name="csY11" fmla="*/ 398067 h 652036"/>
                <a:gd name="csX12" fmla="*/ 463461 w 605538"/>
                <a:gd name="csY12" fmla="*/ 417314 h 652036"/>
                <a:gd name="csX13" fmla="*/ 538385 w 605538"/>
                <a:gd name="csY13" fmla="*/ 457991 h 652036"/>
                <a:gd name="csX14" fmla="*/ 585093 w 605538"/>
                <a:gd name="csY14" fmla="*/ 512563 h 652036"/>
                <a:gd name="csX15" fmla="*/ 604334 w 605538"/>
                <a:gd name="csY15" fmla="*/ 646707 h 652036"/>
                <a:gd name="csX16" fmla="*/ 380 w 605538"/>
                <a:gd name="csY16" fmla="*/ 652036 h 652036"/>
                <a:gd name="csX17" fmla="*/ 5143 w 605538"/>
                <a:gd name="csY17" fmla="*/ 573880 h 652036"/>
                <a:gd name="csX18" fmla="*/ 64673 w 605538"/>
                <a:gd name="csY18" fmla="*/ 528638 h 652036"/>
                <a:gd name="csX19" fmla="*/ 62292 w 605538"/>
                <a:gd name="csY19" fmla="*/ 495300 h 652036"/>
                <a:gd name="csX20" fmla="*/ 105155 w 605538"/>
                <a:gd name="csY20" fmla="*/ 447675 h 652036"/>
                <a:gd name="csX21" fmla="*/ 33718 w 605538"/>
                <a:gd name="csY21" fmla="*/ 381000 h 652036"/>
                <a:gd name="csX22" fmla="*/ 14669 w 605538"/>
                <a:gd name="csY22" fmla="*/ 302418 h 652036"/>
                <a:gd name="csX23" fmla="*/ 28955 w 605538"/>
                <a:gd name="csY23" fmla="*/ 159544 h 652036"/>
                <a:gd name="csX24" fmla="*/ 67056 w 605538"/>
                <a:gd name="csY24" fmla="*/ 76200 h 652036"/>
                <a:gd name="csX0" fmla="*/ 72542 w 611024"/>
                <a:gd name="csY0" fmla="*/ 76200 h 650647"/>
                <a:gd name="csX1" fmla="*/ 117941 w 611024"/>
                <a:gd name="csY1" fmla="*/ 61461 h 650647"/>
                <a:gd name="csX2" fmla="*/ 148741 w 611024"/>
                <a:gd name="csY2" fmla="*/ 69056 h 650647"/>
                <a:gd name="csX3" fmla="*/ 201128 w 611024"/>
                <a:gd name="csY3" fmla="*/ 16669 h 650647"/>
                <a:gd name="csX4" fmla="*/ 265424 w 611024"/>
                <a:gd name="csY4" fmla="*/ 0 h 650647"/>
                <a:gd name="csX5" fmla="*/ 317810 w 611024"/>
                <a:gd name="csY5" fmla="*/ 989 h 650647"/>
                <a:gd name="csX6" fmla="*/ 362502 w 611024"/>
                <a:gd name="csY6" fmla="*/ 28970 h 650647"/>
                <a:gd name="csX7" fmla="*/ 448984 w 611024"/>
                <a:gd name="csY7" fmla="*/ 43457 h 650647"/>
                <a:gd name="csX8" fmla="*/ 536711 w 611024"/>
                <a:gd name="csY8" fmla="*/ 112511 h 650647"/>
                <a:gd name="csX9" fmla="*/ 567322 w 611024"/>
                <a:gd name="csY9" fmla="*/ 211504 h 650647"/>
                <a:gd name="csX10" fmla="*/ 572808 w 611024"/>
                <a:gd name="csY10" fmla="*/ 347663 h 650647"/>
                <a:gd name="csX11" fmla="*/ 500615 w 611024"/>
                <a:gd name="csY11" fmla="*/ 398067 h 650647"/>
                <a:gd name="csX12" fmla="*/ 468947 w 611024"/>
                <a:gd name="csY12" fmla="*/ 417314 h 650647"/>
                <a:gd name="csX13" fmla="*/ 543871 w 611024"/>
                <a:gd name="csY13" fmla="*/ 457991 h 650647"/>
                <a:gd name="csX14" fmla="*/ 590579 w 611024"/>
                <a:gd name="csY14" fmla="*/ 512563 h 650647"/>
                <a:gd name="csX15" fmla="*/ 609820 w 611024"/>
                <a:gd name="csY15" fmla="*/ 646707 h 650647"/>
                <a:gd name="csX16" fmla="*/ 0 w 611024"/>
                <a:gd name="csY16" fmla="*/ 650647 h 650647"/>
                <a:gd name="csX17" fmla="*/ 10629 w 611024"/>
                <a:gd name="csY17" fmla="*/ 573880 h 650647"/>
                <a:gd name="csX18" fmla="*/ 70159 w 611024"/>
                <a:gd name="csY18" fmla="*/ 528638 h 650647"/>
                <a:gd name="csX19" fmla="*/ 67778 w 611024"/>
                <a:gd name="csY19" fmla="*/ 495300 h 650647"/>
                <a:gd name="csX20" fmla="*/ 110641 w 611024"/>
                <a:gd name="csY20" fmla="*/ 447675 h 650647"/>
                <a:gd name="csX21" fmla="*/ 39204 w 611024"/>
                <a:gd name="csY21" fmla="*/ 381000 h 650647"/>
                <a:gd name="csX22" fmla="*/ 20155 w 611024"/>
                <a:gd name="csY22" fmla="*/ 302418 h 650647"/>
                <a:gd name="csX23" fmla="*/ 34441 w 611024"/>
                <a:gd name="csY23" fmla="*/ 159544 h 650647"/>
                <a:gd name="csX24" fmla="*/ 72542 w 611024"/>
                <a:gd name="csY24" fmla="*/ 76200 h 650647"/>
                <a:gd name="csX0" fmla="*/ 72542 w 608227"/>
                <a:gd name="csY0" fmla="*/ 76200 h 655043"/>
                <a:gd name="csX1" fmla="*/ 117941 w 608227"/>
                <a:gd name="csY1" fmla="*/ 61461 h 655043"/>
                <a:gd name="csX2" fmla="*/ 148741 w 608227"/>
                <a:gd name="csY2" fmla="*/ 69056 h 655043"/>
                <a:gd name="csX3" fmla="*/ 201128 w 608227"/>
                <a:gd name="csY3" fmla="*/ 16669 h 655043"/>
                <a:gd name="csX4" fmla="*/ 265424 w 608227"/>
                <a:gd name="csY4" fmla="*/ 0 h 655043"/>
                <a:gd name="csX5" fmla="*/ 317810 w 608227"/>
                <a:gd name="csY5" fmla="*/ 989 h 655043"/>
                <a:gd name="csX6" fmla="*/ 362502 w 608227"/>
                <a:gd name="csY6" fmla="*/ 28970 h 655043"/>
                <a:gd name="csX7" fmla="*/ 448984 w 608227"/>
                <a:gd name="csY7" fmla="*/ 43457 h 655043"/>
                <a:gd name="csX8" fmla="*/ 536711 w 608227"/>
                <a:gd name="csY8" fmla="*/ 112511 h 655043"/>
                <a:gd name="csX9" fmla="*/ 567322 w 608227"/>
                <a:gd name="csY9" fmla="*/ 211504 h 655043"/>
                <a:gd name="csX10" fmla="*/ 572808 w 608227"/>
                <a:gd name="csY10" fmla="*/ 347663 h 655043"/>
                <a:gd name="csX11" fmla="*/ 500615 w 608227"/>
                <a:gd name="csY11" fmla="*/ 398067 h 655043"/>
                <a:gd name="csX12" fmla="*/ 468947 w 608227"/>
                <a:gd name="csY12" fmla="*/ 417314 h 655043"/>
                <a:gd name="csX13" fmla="*/ 543871 w 608227"/>
                <a:gd name="csY13" fmla="*/ 457991 h 655043"/>
                <a:gd name="csX14" fmla="*/ 590579 w 608227"/>
                <a:gd name="csY14" fmla="*/ 512563 h 655043"/>
                <a:gd name="csX15" fmla="*/ 606887 w 608227"/>
                <a:gd name="csY15" fmla="*/ 655043 h 655043"/>
                <a:gd name="csX16" fmla="*/ 0 w 608227"/>
                <a:gd name="csY16" fmla="*/ 650647 h 655043"/>
                <a:gd name="csX17" fmla="*/ 10629 w 608227"/>
                <a:gd name="csY17" fmla="*/ 573880 h 655043"/>
                <a:gd name="csX18" fmla="*/ 70159 w 608227"/>
                <a:gd name="csY18" fmla="*/ 528638 h 655043"/>
                <a:gd name="csX19" fmla="*/ 67778 w 608227"/>
                <a:gd name="csY19" fmla="*/ 495300 h 655043"/>
                <a:gd name="csX20" fmla="*/ 110641 w 608227"/>
                <a:gd name="csY20" fmla="*/ 447675 h 655043"/>
                <a:gd name="csX21" fmla="*/ 39204 w 608227"/>
                <a:gd name="csY21" fmla="*/ 381000 h 655043"/>
                <a:gd name="csX22" fmla="*/ 20155 w 608227"/>
                <a:gd name="csY22" fmla="*/ 302418 h 655043"/>
                <a:gd name="csX23" fmla="*/ 34441 w 608227"/>
                <a:gd name="csY23" fmla="*/ 159544 h 655043"/>
                <a:gd name="csX24" fmla="*/ 72542 w 608227"/>
                <a:gd name="csY24" fmla="*/ 76200 h 655043"/>
                <a:gd name="csX0" fmla="*/ 72542 w 606840"/>
                <a:gd name="csY0" fmla="*/ 76200 h 650875"/>
                <a:gd name="csX1" fmla="*/ 117941 w 606840"/>
                <a:gd name="csY1" fmla="*/ 61461 h 650875"/>
                <a:gd name="csX2" fmla="*/ 148741 w 606840"/>
                <a:gd name="csY2" fmla="*/ 69056 h 650875"/>
                <a:gd name="csX3" fmla="*/ 201128 w 606840"/>
                <a:gd name="csY3" fmla="*/ 16669 h 650875"/>
                <a:gd name="csX4" fmla="*/ 265424 w 606840"/>
                <a:gd name="csY4" fmla="*/ 0 h 650875"/>
                <a:gd name="csX5" fmla="*/ 317810 w 606840"/>
                <a:gd name="csY5" fmla="*/ 989 h 650875"/>
                <a:gd name="csX6" fmla="*/ 362502 w 606840"/>
                <a:gd name="csY6" fmla="*/ 28970 h 650875"/>
                <a:gd name="csX7" fmla="*/ 448984 w 606840"/>
                <a:gd name="csY7" fmla="*/ 43457 h 650875"/>
                <a:gd name="csX8" fmla="*/ 536711 w 606840"/>
                <a:gd name="csY8" fmla="*/ 112511 h 650875"/>
                <a:gd name="csX9" fmla="*/ 567322 w 606840"/>
                <a:gd name="csY9" fmla="*/ 211504 h 650875"/>
                <a:gd name="csX10" fmla="*/ 572808 w 606840"/>
                <a:gd name="csY10" fmla="*/ 347663 h 650875"/>
                <a:gd name="csX11" fmla="*/ 500615 w 606840"/>
                <a:gd name="csY11" fmla="*/ 398067 h 650875"/>
                <a:gd name="csX12" fmla="*/ 468947 w 606840"/>
                <a:gd name="csY12" fmla="*/ 417314 h 650875"/>
                <a:gd name="csX13" fmla="*/ 543871 w 606840"/>
                <a:gd name="csY13" fmla="*/ 457991 h 650875"/>
                <a:gd name="csX14" fmla="*/ 590579 w 606840"/>
                <a:gd name="csY14" fmla="*/ 512563 h 650875"/>
                <a:gd name="csX15" fmla="*/ 605420 w 606840"/>
                <a:gd name="csY15" fmla="*/ 650875 h 650875"/>
                <a:gd name="csX16" fmla="*/ 0 w 606840"/>
                <a:gd name="csY16" fmla="*/ 650647 h 650875"/>
                <a:gd name="csX17" fmla="*/ 10629 w 606840"/>
                <a:gd name="csY17" fmla="*/ 573880 h 650875"/>
                <a:gd name="csX18" fmla="*/ 70159 w 606840"/>
                <a:gd name="csY18" fmla="*/ 528638 h 650875"/>
                <a:gd name="csX19" fmla="*/ 67778 w 606840"/>
                <a:gd name="csY19" fmla="*/ 495300 h 650875"/>
                <a:gd name="csX20" fmla="*/ 110641 w 606840"/>
                <a:gd name="csY20" fmla="*/ 447675 h 650875"/>
                <a:gd name="csX21" fmla="*/ 39204 w 606840"/>
                <a:gd name="csY21" fmla="*/ 381000 h 650875"/>
                <a:gd name="csX22" fmla="*/ 20155 w 606840"/>
                <a:gd name="csY22" fmla="*/ 302418 h 650875"/>
                <a:gd name="csX23" fmla="*/ 34441 w 606840"/>
                <a:gd name="csY23" fmla="*/ 159544 h 650875"/>
                <a:gd name="csX24" fmla="*/ 72542 w 606840"/>
                <a:gd name="csY24" fmla="*/ 76200 h 650875"/>
                <a:gd name="csX0" fmla="*/ 72542 w 613060"/>
                <a:gd name="csY0" fmla="*/ 76200 h 650875"/>
                <a:gd name="csX1" fmla="*/ 117941 w 613060"/>
                <a:gd name="csY1" fmla="*/ 61461 h 650875"/>
                <a:gd name="csX2" fmla="*/ 148741 w 613060"/>
                <a:gd name="csY2" fmla="*/ 69056 h 650875"/>
                <a:gd name="csX3" fmla="*/ 201128 w 613060"/>
                <a:gd name="csY3" fmla="*/ 16669 h 650875"/>
                <a:gd name="csX4" fmla="*/ 265424 w 613060"/>
                <a:gd name="csY4" fmla="*/ 0 h 650875"/>
                <a:gd name="csX5" fmla="*/ 317810 w 613060"/>
                <a:gd name="csY5" fmla="*/ 989 h 650875"/>
                <a:gd name="csX6" fmla="*/ 362502 w 613060"/>
                <a:gd name="csY6" fmla="*/ 28970 h 650875"/>
                <a:gd name="csX7" fmla="*/ 448984 w 613060"/>
                <a:gd name="csY7" fmla="*/ 43457 h 650875"/>
                <a:gd name="csX8" fmla="*/ 536711 w 613060"/>
                <a:gd name="csY8" fmla="*/ 112511 h 650875"/>
                <a:gd name="csX9" fmla="*/ 567322 w 613060"/>
                <a:gd name="csY9" fmla="*/ 211504 h 650875"/>
                <a:gd name="csX10" fmla="*/ 572808 w 613060"/>
                <a:gd name="csY10" fmla="*/ 347663 h 650875"/>
                <a:gd name="csX11" fmla="*/ 500615 w 613060"/>
                <a:gd name="csY11" fmla="*/ 398067 h 650875"/>
                <a:gd name="csX12" fmla="*/ 468947 w 613060"/>
                <a:gd name="csY12" fmla="*/ 417314 h 650875"/>
                <a:gd name="csX13" fmla="*/ 543871 w 613060"/>
                <a:gd name="csY13" fmla="*/ 457991 h 650875"/>
                <a:gd name="csX14" fmla="*/ 590579 w 613060"/>
                <a:gd name="csY14" fmla="*/ 512563 h 650875"/>
                <a:gd name="csX15" fmla="*/ 605420 w 613060"/>
                <a:gd name="csY15" fmla="*/ 650875 h 650875"/>
                <a:gd name="csX16" fmla="*/ 0 w 613060"/>
                <a:gd name="csY16" fmla="*/ 650647 h 650875"/>
                <a:gd name="csX17" fmla="*/ 10629 w 613060"/>
                <a:gd name="csY17" fmla="*/ 573880 h 650875"/>
                <a:gd name="csX18" fmla="*/ 70159 w 613060"/>
                <a:gd name="csY18" fmla="*/ 528638 h 650875"/>
                <a:gd name="csX19" fmla="*/ 67778 w 613060"/>
                <a:gd name="csY19" fmla="*/ 495300 h 650875"/>
                <a:gd name="csX20" fmla="*/ 110641 w 613060"/>
                <a:gd name="csY20" fmla="*/ 447675 h 650875"/>
                <a:gd name="csX21" fmla="*/ 39204 w 613060"/>
                <a:gd name="csY21" fmla="*/ 381000 h 650875"/>
                <a:gd name="csX22" fmla="*/ 20155 w 613060"/>
                <a:gd name="csY22" fmla="*/ 302418 h 650875"/>
                <a:gd name="csX23" fmla="*/ 34441 w 613060"/>
                <a:gd name="csY23" fmla="*/ 159544 h 650875"/>
                <a:gd name="csX24" fmla="*/ 72542 w 613060"/>
                <a:gd name="csY24" fmla="*/ 76200 h 650875"/>
                <a:gd name="csX0" fmla="*/ 72542 w 613060"/>
                <a:gd name="csY0" fmla="*/ 76200 h 650875"/>
                <a:gd name="csX1" fmla="*/ 117941 w 613060"/>
                <a:gd name="csY1" fmla="*/ 61461 h 650875"/>
                <a:gd name="csX2" fmla="*/ 148741 w 613060"/>
                <a:gd name="csY2" fmla="*/ 69056 h 650875"/>
                <a:gd name="csX3" fmla="*/ 201128 w 613060"/>
                <a:gd name="csY3" fmla="*/ 16669 h 650875"/>
                <a:gd name="csX4" fmla="*/ 265424 w 613060"/>
                <a:gd name="csY4" fmla="*/ 0 h 650875"/>
                <a:gd name="csX5" fmla="*/ 317810 w 613060"/>
                <a:gd name="csY5" fmla="*/ 989 h 650875"/>
                <a:gd name="csX6" fmla="*/ 362502 w 613060"/>
                <a:gd name="csY6" fmla="*/ 28970 h 650875"/>
                <a:gd name="csX7" fmla="*/ 448984 w 613060"/>
                <a:gd name="csY7" fmla="*/ 43457 h 650875"/>
                <a:gd name="csX8" fmla="*/ 536711 w 613060"/>
                <a:gd name="csY8" fmla="*/ 112511 h 650875"/>
                <a:gd name="csX9" fmla="*/ 567322 w 613060"/>
                <a:gd name="csY9" fmla="*/ 211504 h 650875"/>
                <a:gd name="csX10" fmla="*/ 572808 w 613060"/>
                <a:gd name="csY10" fmla="*/ 347663 h 650875"/>
                <a:gd name="csX11" fmla="*/ 500615 w 613060"/>
                <a:gd name="csY11" fmla="*/ 398067 h 650875"/>
                <a:gd name="csX12" fmla="*/ 468947 w 613060"/>
                <a:gd name="csY12" fmla="*/ 417314 h 650875"/>
                <a:gd name="csX13" fmla="*/ 543871 w 613060"/>
                <a:gd name="csY13" fmla="*/ 457991 h 650875"/>
                <a:gd name="csX14" fmla="*/ 590579 w 613060"/>
                <a:gd name="csY14" fmla="*/ 512563 h 650875"/>
                <a:gd name="csX15" fmla="*/ 605420 w 613060"/>
                <a:gd name="csY15" fmla="*/ 650875 h 650875"/>
                <a:gd name="csX16" fmla="*/ 0 w 613060"/>
                <a:gd name="csY16" fmla="*/ 650647 h 650875"/>
                <a:gd name="csX17" fmla="*/ 10629 w 613060"/>
                <a:gd name="csY17" fmla="*/ 573880 h 650875"/>
                <a:gd name="csX18" fmla="*/ 70159 w 613060"/>
                <a:gd name="csY18" fmla="*/ 528638 h 650875"/>
                <a:gd name="csX19" fmla="*/ 67778 w 613060"/>
                <a:gd name="csY19" fmla="*/ 495300 h 650875"/>
                <a:gd name="csX20" fmla="*/ 110641 w 613060"/>
                <a:gd name="csY20" fmla="*/ 447675 h 650875"/>
                <a:gd name="csX21" fmla="*/ 39204 w 613060"/>
                <a:gd name="csY21" fmla="*/ 381000 h 650875"/>
                <a:gd name="csX22" fmla="*/ 20155 w 613060"/>
                <a:gd name="csY22" fmla="*/ 302418 h 650875"/>
                <a:gd name="csX23" fmla="*/ 34441 w 613060"/>
                <a:gd name="csY23" fmla="*/ 159544 h 650875"/>
                <a:gd name="csX24" fmla="*/ 72542 w 613060"/>
                <a:gd name="csY24" fmla="*/ 76200 h 650875"/>
                <a:gd name="csX0" fmla="*/ 72542 w 613060"/>
                <a:gd name="csY0" fmla="*/ 76200 h 650875"/>
                <a:gd name="csX1" fmla="*/ 117941 w 613060"/>
                <a:gd name="csY1" fmla="*/ 61461 h 650875"/>
                <a:gd name="csX2" fmla="*/ 148741 w 613060"/>
                <a:gd name="csY2" fmla="*/ 69056 h 650875"/>
                <a:gd name="csX3" fmla="*/ 201128 w 613060"/>
                <a:gd name="csY3" fmla="*/ 16669 h 650875"/>
                <a:gd name="csX4" fmla="*/ 265424 w 613060"/>
                <a:gd name="csY4" fmla="*/ 0 h 650875"/>
                <a:gd name="csX5" fmla="*/ 317810 w 613060"/>
                <a:gd name="csY5" fmla="*/ 989 h 650875"/>
                <a:gd name="csX6" fmla="*/ 362502 w 613060"/>
                <a:gd name="csY6" fmla="*/ 28970 h 650875"/>
                <a:gd name="csX7" fmla="*/ 448984 w 613060"/>
                <a:gd name="csY7" fmla="*/ 43457 h 650875"/>
                <a:gd name="csX8" fmla="*/ 536711 w 613060"/>
                <a:gd name="csY8" fmla="*/ 112511 h 650875"/>
                <a:gd name="csX9" fmla="*/ 567322 w 613060"/>
                <a:gd name="csY9" fmla="*/ 211504 h 650875"/>
                <a:gd name="csX10" fmla="*/ 572808 w 613060"/>
                <a:gd name="csY10" fmla="*/ 347663 h 650875"/>
                <a:gd name="csX11" fmla="*/ 521147 w 613060"/>
                <a:gd name="csY11" fmla="*/ 402234 h 650875"/>
                <a:gd name="csX12" fmla="*/ 468947 w 613060"/>
                <a:gd name="csY12" fmla="*/ 417314 h 650875"/>
                <a:gd name="csX13" fmla="*/ 543871 w 613060"/>
                <a:gd name="csY13" fmla="*/ 457991 h 650875"/>
                <a:gd name="csX14" fmla="*/ 590579 w 613060"/>
                <a:gd name="csY14" fmla="*/ 512563 h 650875"/>
                <a:gd name="csX15" fmla="*/ 605420 w 613060"/>
                <a:gd name="csY15" fmla="*/ 650875 h 650875"/>
                <a:gd name="csX16" fmla="*/ 0 w 613060"/>
                <a:gd name="csY16" fmla="*/ 650647 h 650875"/>
                <a:gd name="csX17" fmla="*/ 10629 w 613060"/>
                <a:gd name="csY17" fmla="*/ 573880 h 650875"/>
                <a:gd name="csX18" fmla="*/ 70159 w 613060"/>
                <a:gd name="csY18" fmla="*/ 528638 h 650875"/>
                <a:gd name="csX19" fmla="*/ 67778 w 613060"/>
                <a:gd name="csY19" fmla="*/ 495300 h 650875"/>
                <a:gd name="csX20" fmla="*/ 110641 w 613060"/>
                <a:gd name="csY20" fmla="*/ 447675 h 650875"/>
                <a:gd name="csX21" fmla="*/ 39204 w 613060"/>
                <a:gd name="csY21" fmla="*/ 381000 h 650875"/>
                <a:gd name="csX22" fmla="*/ 20155 w 613060"/>
                <a:gd name="csY22" fmla="*/ 302418 h 650875"/>
                <a:gd name="csX23" fmla="*/ 34441 w 613060"/>
                <a:gd name="csY23" fmla="*/ 159544 h 650875"/>
                <a:gd name="csX24" fmla="*/ 72542 w 613060"/>
                <a:gd name="csY24" fmla="*/ 76200 h 650875"/>
                <a:gd name="csX0" fmla="*/ 72542 w 613060"/>
                <a:gd name="csY0" fmla="*/ 76200 h 650875"/>
                <a:gd name="csX1" fmla="*/ 117941 w 613060"/>
                <a:gd name="csY1" fmla="*/ 61461 h 650875"/>
                <a:gd name="csX2" fmla="*/ 148741 w 613060"/>
                <a:gd name="csY2" fmla="*/ 69056 h 650875"/>
                <a:gd name="csX3" fmla="*/ 201128 w 613060"/>
                <a:gd name="csY3" fmla="*/ 16669 h 650875"/>
                <a:gd name="csX4" fmla="*/ 265424 w 613060"/>
                <a:gd name="csY4" fmla="*/ 0 h 650875"/>
                <a:gd name="csX5" fmla="*/ 317810 w 613060"/>
                <a:gd name="csY5" fmla="*/ 989 h 650875"/>
                <a:gd name="csX6" fmla="*/ 362502 w 613060"/>
                <a:gd name="csY6" fmla="*/ 28970 h 650875"/>
                <a:gd name="csX7" fmla="*/ 448984 w 613060"/>
                <a:gd name="csY7" fmla="*/ 43457 h 650875"/>
                <a:gd name="csX8" fmla="*/ 536711 w 613060"/>
                <a:gd name="csY8" fmla="*/ 112511 h 650875"/>
                <a:gd name="csX9" fmla="*/ 567322 w 613060"/>
                <a:gd name="csY9" fmla="*/ 211504 h 650875"/>
                <a:gd name="csX10" fmla="*/ 572808 w 613060"/>
                <a:gd name="csY10" fmla="*/ 347663 h 650875"/>
                <a:gd name="csX11" fmla="*/ 521147 w 613060"/>
                <a:gd name="csY11" fmla="*/ 402234 h 650875"/>
                <a:gd name="csX12" fmla="*/ 468947 w 613060"/>
                <a:gd name="csY12" fmla="*/ 417314 h 650875"/>
                <a:gd name="csX13" fmla="*/ 543871 w 613060"/>
                <a:gd name="csY13" fmla="*/ 457991 h 650875"/>
                <a:gd name="csX14" fmla="*/ 590579 w 613060"/>
                <a:gd name="csY14" fmla="*/ 512563 h 650875"/>
                <a:gd name="csX15" fmla="*/ 605420 w 613060"/>
                <a:gd name="csY15" fmla="*/ 650875 h 650875"/>
                <a:gd name="csX16" fmla="*/ 0 w 613060"/>
                <a:gd name="csY16" fmla="*/ 650647 h 650875"/>
                <a:gd name="csX17" fmla="*/ 10629 w 613060"/>
                <a:gd name="csY17" fmla="*/ 573880 h 650875"/>
                <a:gd name="csX18" fmla="*/ 70159 w 613060"/>
                <a:gd name="csY18" fmla="*/ 528638 h 650875"/>
                <a:gd name="csX19" fmla="*/ 67778 w 613060"/>
                <a:gd name="csY19" fmla="*/ 495300 h 650875"/>
                <a:gd name="csX20" fmla="*/ 110641 w 613060"/>
                <a:gd name="csY20" fmla="*/ 447675 h 650875"/>
                <a:gd name="csX21" fmla="*/ 39204 w 613060"/>
                <a:gd name="csY21" fmla="*/ 381000 h 650875"/>
                <a:gd name="csX22" fmla="*/ 20155 w 613060"/>
                <a:gd name="csY22" fmla="*/ 302418 h 650875"/>
                <a:gd name="csX23" fmla="*/ 34441 w 613060"/>
                <a:gd name="csY23" fmla="*/ 159544 h 650875"/>
                <a:gd name="csX24" fmla="*/ 72542 w 613060"/>
                <a:gd name="csY24" fmla="*/ 76200 h 650875"/>
                <a:gd name="csX0" fmla="*/ 72542 w 613060"/>
                <a:gd name="csY0" fmla="*/ 76200 h 650875"/>
                <a:gd name="csX1" fmla="*/ 117941 w 613060"/>
                <a:gd name="csY1" fmla="*/ 61461 h 650875"/>
                <a:gd name="csX2" fmla="*/ 148741 w 613060"/>
                <a:gd name="csY2" fmla="*/ 69056 h 650875"/>
                <a:gd name="csX3" fmla="*/ 201128 w 613060"/>
                <a:gd name="csY3" fmla="*/ 16669 h 650875"/>
                <a:gd name="csX4" fmla="*/ 265424 w 613060"/>
                <a:gd name="csY4" fmla="*/ 0 h 650875"/>
                <a:gd name="csX5" fmla="*/ 317810 w 613060"/>
                <a:gd name="csY5" fmla="*/ 989 h 650875"/>
                <a:gd name="csX6" fmla="*/ 362502 w 613060"/>
                <a:gd name="csY6" fmla="*/ 28970 h 650875"/>
                <a:gd name="csX7" fmla="*/ 448984 w 613060"/>
                <a:gd name="csY7" fmla="*/ 43457 h 650875"/>
                <a:gd name="csX8" fmla="*/ 536711 w 613060"/>
                <a:gd name="csY8" fmla="*/ 112511 h 650875"/>
                <a:gd name="csX9" fmla="*/ 567322 w 613060"/>
                <a:gd name="csY9" fmla="*/ 211504 h 650875"/>
                <a:gd name="csX10" fmla="*/ 572808 w 613060"/>
                <a:gd name="csY10" fmla="*/ 347663 h 650875"/>
                <a:gd name="csX11" fmla="*/ 521147 w 613060"/>
                <a:gd name="csY11" fmla="*/ 402234 h 650875"/>
                <a:gd name="csX12" fmla="*/ 468947 w 613060"/>
                <a:gd name="csY12" fmla="*/ 417314 h 650875"/>
                <a:gd name="csX13" fmla="*/ 543871 w 613060"/>
                <a:gd name="csY13" fmla="*/ 457991 h 650875"/>
                <a:gd name="csX14" fmla="*/ 590579 w 613060"/>
                <a:gd name="csY14" fmla="*/ 512563 h 650875"/>
                <a:gd name="csX15" fmla="*/ 605420 w 613060"/>
                <a:gd name="csY15" fmla="*/ 650875 h 650875"/>
                <a:gd name="csX16" fmla="*/ 0 w 613060"/>
                <a:gd name="csY16" fmla="*/ 650647 h 650875"/>
                <a:gd name="csX17" fmla="*/ 10629 w 613060"/>
                <a:gd name="csY17" fmla="*/ 573880 h 650875"/>
                <a:gd name="csX18" fmla="*/ 70159 w 613060"/>
                <a:gd name="csY18" fmla="*/ 528638 h 650875"/>
                <a:gd name="csX19" fmla="*/ 67778 w 613060"/>
                <a:gd name="csY19" fmla="*/ 495300 h 650875"/>
                <a:gd name="csX20" fmla="*/ 110641 w 613060"/>
                <a:gd name="csY20" fmla="*/ 447675 h 650875"/>
                <a:gd name="csX21" fmla="*/ 39204 w 613060"/>
                <a:gd name="csY21" fmla="*/ 381000 h 650875"/>
                <a:gd name="csX22" fmla="*/ 20155 w 613060"/>
                <a:gd name="csY22" fmla="*/ 302418 h 650875"/>
                <a:gd name="csX23" fmla="*/ 34441 w 613060"/>
                <a:gd name="csY23" fmla="*/ 159544 h 650875"/>
                <a:gd name="csX24" fmla="*/ 72542 w 613060"/>
                <a:gd name="csY24" fmla="*/ 76200 h 650875"/>
                <a:gd name="csX0" fmla="*/ 72542 w 613060"/>
                <a:gd name="csY0" fmla="*/ 76200 h 650875"/>
                <a:gd name="csX1" fmla="*/ 117941 w 613060"/>
                <a:gd name="csY1" fmla="*/ 61461 h 650875"/>
                <a:gd name="csX2" fmla="*/ 148741 w 613060"/>
                <a:gd name="csY2" fmla="*/ 69056 h 650875"/>
                <a:gd name="csX3" fmla="*/ 201128 w 613060"/>
                <a:gd name="csY3" fmla="*/ 16669 h 650875"/>
                <a:gd name="csX4" fmla="*/ 265424 w 613060"/>
                <a:gd name="csY4" fmla="*/ 0 h 650875"/>
                <a:gd name="csX5" fmla="*/ 317810 w 613060"/>
                <a:gd name="csY5" fmla="*/ 989 h 650875"/>
                <a:gd name="csX6" fmla="*/ 362502 w 613060"/>
                <a:gd name="csY6" fmla="*/ 28970 h 650875"/>
                <a:gd name="csX7" fmla="*/ 448984 w 613060"/>
                <a:gd name="csY7" fmla="*/ 43457 h 650875"/>
                <a:gd name="csX8" fmla="*/ 536711 w 613060"/>
                <a:gd name="csY8" fmla="*/ 112511 h 650875"/>
                <a:gd name="csX9" fmla="*/ 567322 w 613060"/>
                <a:gd name="csY9" fmla="*/ 211504 h 650875"/>
                <a:gd name="csX10" fmla="*/ 572808 w 613060"/>
                <a:gd name="csY10" fmla="*/ 347663 h 650875"/>
                <a:gd name="csX11" fmla="*/ 521147 w 613060"/>
                <a:gd name="csY11" fmla="*/ 402234 h 650875"/>
                <a:gd name="csX12" fmla="*/ 468947 w 613060"/>
                <a:gd name="csY12" fmla="*/ 417314 h 650875"/>
                <a:gd name="csX13" fmla="*/ 543871 w 613060"/>
                <a:gd name="csY13" fmla="*/ 457991 h 650875"/>
                <a:gd name="csX14" fmla="*/ 590579 w 613060"/>
                <a:gd name="csY14" fmla="*/ 512563 h 650875"/>
                <a:gd name="csX15" fmla="*/ 605420 w 613060"/>
                <a:gd name="csY15" fmla="*/ 650875 h 650875"/>
                <a:gd name="csX16" fmla="*/ 0 w 613060"/>
                <a:gd name="csY16" fmla="*/ 650647 h 650875"/>
                <a:gd name="csX17" fmla="*/ 10629 w 613060"/>
                <a:gd name="csY17" fmla="*/ 573880 h 650875"/>
                <a:gd name="csX18" fmla="*/ 70159 w 613060"/>
                <a:gd name="csY18" fmla="*/ 528638 h 650875"/>
                <a:gd name="csX19" fmla="*/ 67778 w 613060"/>
                <a:gd name="csY19" fmla="*/ 495300 h 650875"/>
                <a:gd name="csX20" fmla="*/ 110641 w 613060"/>
                <a:gd name="csY20" fmla="*/ 447675 h 650875"/>
                <a:gd name="csX21" fmla="*/ 39204 w 613060"/>
                <a:gd name="csY21" fmla="*/ 381000 h 650875"/>
                <a:gd name="csX22" fmla="*/ 20155 w 613060"/>
                <a:gd name="csY22" fmla="*/ 302418 h 650875"/>
                <a:gd name="csX23" fmla="*/ 34441 w 613060"/>
                <a:gd name="csY23" fmla="*/ 159544 h 650875"/>
                <a:gd name="csX24" fmla="*/ 72542 w 613060"/>
                <a:gd name="csY24" fmla="*/ 76200 h 650875"/>
                <a:gd name="csX0" fmla="*/ 72542 w 613060"/>
                <a:gd name="csY0" fmla="*/ 76200 h 650875"/>
                <a:gd name="csX1" fmla="*/ 117941 w 613060"/>
                <a:gd name="csY1" fmla="*/ 61461 h 650875"/>
                <a:gd name="csX2" fmla="*/ 148741 w 613060"/>
                <a:gd name="csY2" fmla="*/ 69056 h 650875"/>
                <a:gd name="csX3" fmla="*/ 201128 w 613060"/>
                <a:gd name="csY3" fmla="*/ 16669 h 650875"/>
                <a:gd name="csX4" fmla="*/ 265424 w 613060"/>
                <a:gd name="csY4" fmla="*/ 0 h 650875"/>
                <a:gd name="csX5" fmla="*/ 317810 w 613060"/>
                <a:gd name="csY5" fmla="*/ 989 h 650875"/>
                <a:gd name="csX6" fmla="*/ 362502 w 613060"/>
                <a:gd name="csY6" fmla="*/ 28970 h 650875"/>
                <a:gd name="csX7" fmla="*/ 448984 w 613060"/>
                <a:gd name="csY7" fmla="*/ 43457 h 650875"/>
                <a:gd name="csX8" fmla="*/ 536711 w 613060"/>
                <a:gd name="csY8" fmla="*/ 112511 h 650875"/>
                <a:gd name="csX9" fmla="*/ 567322 w 613060"/>
                <a:gd name="csY9" fmla="*/ 211504 h 650875"/>
                <a:gd name="csX10" fmla="*/ 572808 w 613060"/>
                <a:gd name="csY10" fmla="*/ 347663 h 650875"/>
                <a:gd name="csX11" fmla="*/ 521147 w 613060"/>
                <a:gd name="csY11" fmla="*/ 402234 h 650875"/>
                <a:gd name="csX12" fmla="*/ 468947 w 613060"/>
                <a:gd name="csY12" fmla="*/ 417314 h 650875"/>
                <a:gd name="csX13" fmla="*/ 543871 w 613060"/>
                <a:gd name="csY13" fmla="*/ 457991 h 650875"/>
                <a:gd name="csX14" fmla="*/ 590579 w 613060"/>
                <a:gd name="csY14" fmla="*/ 512563 h 650875"/>
                <a:gd name="csX15" fmla="*/ 605420 w 613060"/>
                <a:gd name="csY15" fmla="*/ 650875 h 650875"/>
                <a:gd name="csX16" fmla="*/ 0 w 613060"/>
                <a:gd name="csY16" fmla="*/ 650647 h 650875"/>
                <a:gd name="csX17" fmla="*/ 10629 w 613060"/>
                <a:gd name="csY17" fmla="*/ 573880 h 650875"/>
                <a:gd name="csX18" fmla="*/ 70159 w 613060"/>
                <a:gd name="csY18" fmla="*/ 528638 h 650875"/>
                <a:gd name="csX19" fmla="*/ 67778 w 613060"/>
                <a:gd name="csY19" fmla="*/ 495300 h 650875"/>
                <a:gd name="csX20" fmla="*/ 110641 w 613060"/>
                <a:gd name="csY20" fmla="*/ 447675 h 650875"/>
                <a:gd name="csX21" fmla="*/ 39204 w 613060"/>
                <a:gd name="csY21" fmla="*/ 381000 h 650875"/>
                <a:gd name="csX22" fmla="*/ 20155 w 613060"/>
                <a:gd name="csY22" fmla="*/ 302418 h 650875"/>
                <a:gd name="csX23" fmla="*/ 34441 w 613060"/>
                <a:gd name="csY23" fmla="*/ 159544 h 650875"/>
                <a:gd name="csX24" fmla="*/ 72542 w 613060"/>
                <a:gd name="csY24" fmla="*/ 76200 h 650875"/>
                <a:gd name="csX0" fmla="*/ 72542 w 613060"/>
                <a:gd name="csY0" fmla="*/ 76200 h 650875"/>
                <a:gd name="csX1" fmla="*/ 117941 w 613060"/>
                <a:gd name="csY1" fmla="*/ 61461 h 650875"/>
                <a:gd name="csX2" fmla="*/ 148741 w 613060"/>
                <a:gd name="csY2" fmla="*/ 69056 h 650875"/>
                <a:gd name="csX3" fmla="*/ 201128 w 613060"/>
                <a:gd name="csY3" fmla="*/ 16669 h 650875"/>
                <a:gd name="csX4" fmla="*/ 265424 w 613060"/>
                <a:gd name="csY4" fmla="*/ 0 h 650875"/>
                <a:gd name="csX5" fmla="*/ 317810 w 613060"/>
                <a:gd name="csY5" fmla="*/ 989 h 650875"/>
                <a:gd name="csX6" fmla="*/ 362502 w 613060"/>
                <a:gd name="csY6" fmla="*/ 28970 h 650875"/>
                <a:gd name="csX7" fmla="*/ 448984 w 613060"/>
                <a:gd name="csY7" fmla="*/ 43457 h 650875"/>
                <a:gd name="csX8" fmla="*/ 536711 w 613060"/>
                <a:gd name="csY8" fmla="*/ 112511 h 650875"/>
                <a:gd name="csX9" fmla="*/ 567322 w 613060"/>
                <a:gd name="csY9" fmla="*/ 211504 h 650875"/>
                <a:gd name="csX10" fmla="*/ 572808 w 613060"/>
                <a:gd name="csY10" fmla="*/ 347663 h 650875"/>
                <a:gd name="csX11" fmla="*/ 521147 w 613060"/>
                <a:gd name="csY11" fmla="*/ 402234 h 650875"/>
                <a:gd name="csX12" fmla="*/ 468947 w 613060"/>
                <a:gd name="csY12" fmla="*/ 417314 h 650875"/>
                <a:gd name="csX13" fmla="*/ 543871 w 613060"/>
                <a:gd name="csY13" fmla="*/ 457991 h 650875"/>
                <a:gd name="csX14" fmla="*/ 590579 w 613060"/>
                <a:gd name="csY14" fmla="*/ 512563 h 650875"/>
                <a:gd name="csX15" fmla="*/ 605420 w 613060"/>
                <a:gd name="csY15" fmla="*/ 650875 h 650875"/>
                <a:gd name="csX16" fmla="*/ 0 w 613060"/>
                <a:gd name="csY16" fmla="*/ 650647 h 650875"/>
                <a:gd name="csX17" fmla="*/ 10629 w 613060"/>
                <a:gd name="csY17" fmla="*/ 573880 h 650875"/>
                <a:gd name="csX18" fmla="*/ 70159 w 613060"/>
                <a:gd name="csY18" fmla="*/ 528638 h 650875"/>
                <a:gd name="csX19" fmla="*/ 67778 w 613060"/>
                <a:gd name="csY19" fmla="*/ 495300 h 650875"/>
                <a:gd name="csX20" fmla="*/ 110641 w 613060"/>
                <a:gd name="csY20" fmla="*/ 447675 h 650875"/>
                <a:gd name="csX21" fmla="*/ 39204 w 613060"/>
                <a:gd name="csY21" fmla="*/ 381000 h 650875"/>
                <a:gd name="csX22" fmla="*/ 20155 w 613060"/>
                <a:gd name="csY22" fmla="*/ 302418 h 650875"/>
                <a:gd name="csX23" fmla="*/ 34441 w 613060"/>
                <a:gd name="csY23" fmla="*/ 159544 h 650875"/>
                <a:gd name="csX24" fmla="*/ 72542 w 613060"/>
                <a:gd name="csY24" fmla="*/ 76200 h 650875"/>
                <a:gd name="csX0" fmla="*/ 72542 w 613060"/>
                <a:gd name="csY0" fmla="*/ 76200 h 650875"/>
                <a:gd name="csX1" fmla="*/ 117941 w 613060"/>
                <a:gd name="csY1" fmla="*/ 61461 h 650875"/>
                <a:gd name="csX2" fmla="*/ 148741 w 613060"/>
                <a:gd name="csY2" fmla="*/ 69056 h 650875"/>
                <a:gd name="csX3" fmla="*/ 201128 w 613060"/>
                <a:gd name="csY3" fmla="*/ 16669 h 650875"/>
                <a:gd name="csX4" fmla="*/ 265424 w 613060"/>
                <a:gd name="csY4" fmla="*/ 0 h 650875"/>
                <a:gd name="csX5" fmla="*/ 317810 w 613060"/>
                <a:gd name="csY5" fmla="*/ 989 h 650875"/>
                <a:gd name="csX6" fmla="*/ 362502 w 613060"/>
                <a:gd name="csY6" fmla="*/ 28970 h 650875"/>
                <a:gd name="csX7" fmla="*/ 448984 w 613060"/>
                <a:gd name="csY7" fmla="*/ 43457 h 650875"/>
                <a:gd name="csX8" fmla="*/ 536711 w 613060"/>
                <a:gd name="csY8" fmla="*/ 112511 h 650875"/>
                <a:gd name="csX9" fmla="*/ 567322 w 613060"/>
                <a:gd name="csY9" fmla="*/ 211504 h 650875"/>
                <a:gd name="csX10" fmla="*/ 572808 w 613060"/>
                <a:gd name="csY10" fmla="*/ 347663 h 650875"/>
                <a:gd name="csX11" fmla="*/ 521147 w 613060"/>
                <a:gd name="csY11" fmla="*/ 402234 h 650875"/>
                <a:gd name="csX12" fmla="*/ 468947 w 613060"/>
                <a:gd name="csY12" fmla="*/ 417314 h 650875"/>
                <a:gd name="csX13" fmla="*/ 543871 w 613060"/>
                <a:gd name="csY13" fmla="*/ 457991 h 650875"/>
                <a:gd name="csX14" fmla="*/ 590579 w 613060"/>
                <a:gd name="csY14" fmla="*/ 512563 h 650875"/>
                <a:gd name="csX15" fmla="*/ 605420 w 613060"/>
                <a:gd name="csY15" fmla="*/ 650875 h 650875"/>
                <a:gd name="csX16" fmla="*/ 0 w 613060"/>
                <a:gd name="csY16" fmla="*/ 650647 h 650875"/>
                <a:gd name="csX17" fmla="*/ 10629 w 613060"/>
                <a:gd name="csY17" fmla="*/ 573880 h 650875"/>
                <a:gd name="csX18" fmla="*/ 70159 w 613060"/>
                <a:gd name="csY18" fmla="*/ 528638 h 650875"/>
                <a:gd name="csX19" fmla="*/ 67778 w 613060"/>
                <a:gd name="csY19" fmla="*/ 495300 h 650875"/>
                <a:gd name="csX20" fmla="*/ 110641 w 613060"/>
                <a:gd name="csY20" fmla="*/ 447675 h 650875"/>
                <a:gd name="csX21" fmla="*/ 39204 w 613060"/>
                <a:gd name="csY21" fmla="*/ 381000 h 650875"/>
                <a:gd name="csX22" fmla="*/ 20155 w 613060"/>
                <a:gd name="csY22" fmla="*/ 302418 h 650875"/>
                <a:gd name="csX23" fmla="*/ 34441 w 613060"/>
                <a:gd name="csY23" fmla="*/ 159544 h 650875"/>
                <a:gd name="csX24" fmla="*/ 72542 w 613060"/>
                <a:gd name="csY24" fmla="*/ 76200 h 650875"/>
                <a:gd name="csX0" fmla="*/ 72542 w 613060"/>
                <a:gd name="csY0" fmla="*/ 76200 h 650875"/>
                <a:gd name="csX1" fmla="*/ 117941 w 613060"/>
                <a:gd name="csY1" fmla="*/ 61461 h 650875"/>
                <a:gd name="csX2" fmla="*/ 144341 w 613060"/>
                <a:gd name="csY2" fmla="*/ 69056 h 650875"/>
                <a:gd name="csX3" fmla="*/ 201128 w 613060"/>
                <a:gd name="csY3" fmla="*/ 16669 h 650875"/>
                <a:gd name="csX4" fmla="*/ 265424 w 613060"/>
                <a:gd name="csY4" fmla="*/ 0 h 650875"/>
                <a:gd name="csX5" fmla="*/ 317810 w 613060"/>
                <a:gd name="csY5" fmla="*/ 989 h 650875"/>
                <a:gd name="csX6" fmla="*/ 362502 w 613060"/>
                <a:gd name="csY6" fmla="*/ 28970 h 650875"/>
                <a:gd name="csX7" fmla="*/ 448984 w 613060"/>
                <a:gd name="csY7" fmla="*/ 43457 h 650875"/>
                <a:gd name="csX8" fmla="*/ 536711 w 613060"/>
                <a:gd name="csY8" fmla="*/ 112511 h 650875"/>
                <a:gd name="csX9" fmla="*/ 567322 w 613060"/>
                <a:gd name="csY9" fmla="*/ 211504 h 650875"/>
                <a:gd name="csX10" fmla="*/ 572808 w 613060"/>
                <a:gd name="csY10" fmla="*/ 347663 h 650875"/>
                <a:gd name="csX11" fmla="*/ 521147 w 613060"/>
                <a:gd name="csY11" fmla="*/ 402234 h 650875"/>
                <a:gd name="csX12" fmla="*/ 468947 w 613060"/>
                <a:gd name="csY12" fmla="*/ 417314 h 650875"/>
                <a:gd name="csX13" fmla="*/ 543871 w 613060"/>
                <a:gd name="csY13" fmla="*/ 457991 h 650875"/>
                <a:gd name="csX14" fmla="*/ 590579 w 613060"/>
                <a:gd name="csY14" fmla="*/ 512563 h 650875"/>
                <a:gd name="csX15" fmla="*/ 605420 w 613060"/>
                <a:gd name="csY15" fmla="*/ 650875 h 650875"/>
                <a:gd name="csX16" fmla="*/ 0 w 613060"/>
                <a:gd name="csY16" fmla="*/ 650647 h 650875"/>
                <a:gd name="csX17" fmla="*/ 10629 w 613060"/>
                <a:gd name="csY17" fmla="*/ 573880 h 650875"/>
                <a:gd name="csX18" fmla="*/ 70159 w 613060"/>
                <a:gd name="csY18" fmla="*/ 528638 h 650875"/>
                <a:gd name="csX19" fmla="*/ 67778 w 613060"/>
                <a:gd name="csY19" fmla="*/ 495300 h 650875"/>
                <a:gd name="csX20" fmla="*/ 110641 w 613060"/>
                <a:gd name="csY20" fmla="*/ 447675 h 650875"/>
                <a:gd name="csX21" fmla="*/ 39204 w 613060"/>
                <a:gd name="csY21" fmla="*/ 381000 h 650875"/>
                <a:gd name="csX22" fmla="*/ 20155 w 613060"/>
                <a:gd name="csY22" fmla="*/ 302418 h 650875"/>
                <a:gd name="csX23" fmla="*/ 34441 w 613060"/>
                <a:gd name="csY23" fmla="*/ 159544 h 650875"/>
                <a:gd name="csX24" fmla="*/ 72542 w 613060"/>
                <a:gd name="csY24" fmla="*/ 76200 h 650875"/>
                <a:gd name="csX0" fmla="*/ 72542 w 613060"/>
                <a:gd name="csY0" fmla="*/ 76200 h 650875"/>
                <a:gd name="csX1" fmla="*/ 117941 w 613060"/>
                <a:gd name="csY1" fmla="*/ 61461 h 650875"/>
                <a:gd name="csX2" fmla="*/ 154607 w 613060"/>
                <a:gd name="csY2" fmla="*/ 69056 h 650875"/>
                <a:gd name="csX3" fmla="*/ 201128 w 613060"/>
                <a:gd name="csY3" fmla="*/ 16669 h 650875"/>
                <a:gd name="csX4" fmla="*/ 265424 w 613060"/>
                <a:gd name="csY4" fmla="*/ 0 h 650875"/>
                <a:gd name="csX5" fmla="*/ 317810 w 613060"/>
                <a:gd name="csY5" fmla="*/ 989 h 650875"/>
                <a:gd name="csX6" fmla="*/ 362502 w 613060"/>
                <a:gd name="csY6" fmla="*/ 28970 h 650875"/>
                <a:gd name="csX7" fmla="*/ 448984 w 613060"/>
                <a:gd name="csY7" fmla="*/ 43457 h 650875"/>
                <a:gd name="csX8" fmla="*/ 536711 w 613060"/>
                <a:gd name="csY8" fmla="*/ 112511 h 650875"/>
                <a:gd name="csX9" fmla="*/ 567322 w 613060"/>
                <a:gd name="csY9" fmla="*/ 211504 h 650875"/>
                <a:gd name="csX10" fmla="*/ 572808 w 613060"/>
                <a:gd name="csY10" fmla="*/ 347663 h 650875"/>
                <a:gd name="csX11" fmla="*/ 521147 w 613060"/>
                <a:gd name="csY11" fmla="*/ 402234 h 650875"/>
                <a:gd name="csX12" fmla="*/ 468947 w 613060"/>
                <a:gd name="csY12" fmla="*/ 417314 h 650875"/>
                <a:gd name="csX13" fmla="*/ 543871 w 613060"/>
                <a:gd name="csY13" fmla="*/ 457991 h 650875"/>
                <a:gd name="csX14" fmla="*/ 590579 w 613060"/>
                <a:gd name="csY14" fmla="*/ 512563 h 650875"/>
                <a:gd name="csX15" fmla="*/ 605420 w 613060"/>
                <a:gd name="csY15" fmla="*/ 650875 h 650875"/>
                <a:gd name="csX16" fmla="*/ 0 w 613060"/>
                <a:gd name="csY16" fmla="*/ 650647 h 650875"/>
                <a:gd name="csX17" fmla="*/ 10629 w 613060"/>
                <a:gd name="csY17" fmla="*/ 573880 h 650875"/>
                <a:gd name="csX18" fmla="*/ 70159 w 613060"/>
                <a:gd name="csY18" fmla="*/ 528638 h 650875"/>
                <a:gd name="csX19" fmla="*/ 67778 w 613060"/>
                <a:gd name="csY19" fmla="*/ 495300 h 650875"/>
                <a:gd name="csX20" fmla="*/ 110641 w 613060"/>
                <a:gd name="csY20" fmla="*/ 447675 h 650875"/>
                <a:gd name="csX21" fmla="*/ 39204 w 613060"/>
                <a:gd name="csY21" fmla="*/ 381000 h 650875"/>
                <a:gd name="csX22" fmla="*/ 20155 w 613060"/>
                <a:gd name="csY22" fmla="*/ 302418 h 650875"/>
                <a:gd name="csX23" fmla="*/ 34441 w 613060"/>
                <a:gd name="csY23" fmla="*/ 159544 h 650875"/>
                <a:gd name="csX24" fmla="*/ 72542 w 613060"/>
                <a:gd name="csY24" fmla="*/ 76200 h 650875"/>
                <a:gd name="csX0" fmla="*/ 72542 w 613060"/>
                <a:gd name="csY0" fmla="*/ 76200 h 650875"/>
                <a:gd name="csX1" fmla="*/ 117941 w 613060"/>
                <a:gd name="csY1" fmla="*/ 61461 h 650875"/>
                <a:gd name="csX2" fmla="*/ 154607 w 613060"/>
                <a:gd name="csY2" fmla="*/ 69056 h 650875"/>
                <a:gd name="csX3" fmla="*/ 201128 w 613060"/>
                <a:gd name="csY3" fmla="*/ 16669 h 650875"/>
                <a:gd name="csX4" fmla="*/ 265424 w 613060"/>
                <a:gd name="csY4" fmla="*/ 0 h 650875"/>
                <a:gd name="csX5" fmla="*/ 317810 w 613060"/>
                <a:gd name="csY5" fmla="*/ 989 h 650875"/>
                <a:gd name="csX6" fmla="*/ 362502 w 613060"/>
                <a:gd name="csY6" fmla="*/ 28970 h 650875"/>
                <a:gd name="csX7" fmla="*/ 448984 w 613060"/>
                <a:gd name="csY7" fmla="*/ 43457 h 650875"/>
                <a:gd name="csX8" fmla="*/ 536711 w 613060"/>
                <a:gd name="csY8" fmla="*/ 112511 h 650875"/>
                <a:gd name="csX9" fmla="*/ 567322 w 613060"/>
                <a:gd name="csY9" fmla="*/ 211504 h 650875"/>
                <a:gd name="csX10" fmla="*/ 572808 w 613060"/>
                <a:gd name="csY10" fmla="*/ 347663 h 650875"/>
                <a:gd name="csX11" fmla="*/ 521147 w 613060"/>
                <a:gd name="csY11" fmla="*/ 402234 h 650875"/>
                <a:gd name="csX12" fmla="*/ 468947 w 613060"/>
                <a:gd name="csY12" fmla="*/ 417314 h 650875"/>
                <a:gd name="csX13" fmla="*/ 543871 w 613060"/>
                <a:gd name="csY13" fmla="*/ 457991 h 650875"/>
                <a:gd name="csX14" fmla="*/ 590579 w 613060"/>
                <a:gd name="csY14" fmla="*/ 512563 h 650875"/>
                <a:gd name="csX15" fmla="*/ 605420 w 613060"/>
                <a:gd name="csY15" fmla="*/ 650875 h 650875"/>
                <a:gd name="csX16" fmla="*/ 0 w 613060"/>
                <a:gd name="csY16" fmla="*/ 650647 h 650875"/>
                <a:gd name="csX17" fmla="*/ 10629 w 613060"/>
                <a:gd name="csY17" fmla="*/ 573880 h 650875"/>
                <a:gd name="csX18" fmla="*/ 70159 w 613060"/>
                <a:gd name="csY18" fmla="*/ 528638 h 650875"/>
                <a:gd name="csX19" fmla="*/ 67778 w 613060"/>
                <a:gd name="csY19" fmla="*/ 495300 h 650875"/>
                <a:gd name="csX20" fmla="*/ 110641 w 613060"/>
                <a:gd name="csY20" fmla="*/ 447675 h 650875"/>
                <a:gd name="csX21" fmla="*/ 39204 w 613060"/>
                <a:gd name="csY21" fmla="*/ 381000 h 650875"/>
                <a:gd name="csX22" fmla="*/ 20155 w 613060"/>
                <a:gd name="csY22" fmla="*/ 302418 h 650875"/>
                <a:gd name="csX23" fmla="*/ 34441 w 613060"/>
                <a:gd name="csY23" fmla="*/ 159544 h 650875"/>
                <a:gd name="csX24" fmla="*/ 72542 w 613060"/>
                <a:gd name="csY24" fmla="*/ 76200 h 650875"/>
                <a:gd name="csX0" fmla="*/ 72542 w 613060"/>
                <a:gd name="csY0" fmla="*/ 76200 h 650875"/>
                <a:gd name="csX1" fmla="*/ 117941 w 613060"/>
                <a:gd name="csY1" fmla="*/ 61461 h 650875"/>
                <a:gd name="csX2" fmla="*/ 154607 w 613060"/>
                <a:gd name="csY2" fmla="*/ 69056 h 650875"/>
                <a:gd name="csX3" fmla="*/ 201128 w 613060"/>
                <a:gd name="csY3" fmla="*/ 16669 h 650875"/>
                <a:gd name="csX4" fmla="*/ 265424 w 613060"/>
                <a:gd name="csY4" fmla="*/ 0 h 650875"/>
                <a:gd name="csX5" fmla="*/ 317810 w 613060"/>
                <a:gd name="csY5" fmla="*/ 989 h 650875"/>
                <a:gd name="csX6" fmla="*/ 362502 w 613060"/>
                <a:gd name="csY6" fmla="*/ 28970 h 650875"/>
                <a:gd name="csX7" fmla="*/ 448984 w 613060"/>
                <a:gd name="csY7" fmla="*/ 43457 h 650875"/>
                <a:gd name="csX8" fmla="*/ 536711 w 613060"/>
                <a:gd name="csY8" fmla="*/ 112511 h 650875"/>
                <a:gd name="csX9" fmla="*/ 567322 w 613060"/>
                <a:gd name="csY9" fmla="*/ 211504 h 650875"/>
                <a:gd name="csX10" fmla="*/ 572808 w 613060"/>
                <a:gd name="csY10" fmla="*/ 347663 h 650875"/>
                <a:gd name="csX11" fmla="*/ 521147 w 613060"/>
                <a:gd name="csY11" fmla="*/ 402234 h 650875"/>
                <a:gd name="csX12" fmla="*/ 468947 w 613060"/>
                <a:gd name="csY12" fmla="*/ 417314 h 650875"/>
                <a:gd name="csX13" fmla="*/ 543871 w 613060"/>
                <a:gd name="csY13" fmla="*/ 457991 h 650875"/>
                <a:gd name="csX14" fmla="*/ 590579 w 613060"/>
                <a:gd name="csY14" fmla="*/ 512563 h 650875"/>
                <a:gd name="csX15" fmla="*/ 605420 w 613060"/>
                <a:gd name="csY15" fmla="*/ 650875 h 650875"/>
                <a:gd name="csX16" fmla="*/ 0 w 613060"/>
                <a:gd name="csY16" fmla="*/ 650647 h 650875"/>
                <a:gd name="csX17" fmla="*/ 10629 w 613060"/>
                <a:gd name="csY17" fmla="*/ 573880 h 650875"/>
                <a:gd name="csX18" fmla="*/ 70159 w 613060"/>
                <a:gd name="csY18" fmla="*/ 528638 h 650875"/>
                <a:gd name="csX19" fmla="*/ 67778 w 613060"/>
                <a:gd name="csY19" fmla="*/ 495300 h 650875"/>
                <a:gd name="csX20" fmla="*/ 110641 w 613060"/>
                <a:gd name="csY20" fmla="*/ 447675 h 650875"/>
                <a:gd name="csX21" fmla="*/ 39204 w 613060"/>
                <a:gd name="csY21" fmla="*/ 381000 h 650875"/>
                <a:gd name="csX22" fmla="*/ 20155 w 613060"/>
                <a:gd name="csY22" fmla="*/ 302418 h 650875"/>
                <a:gd name="csX23" fmla="*/ 34441 w 613060"/>
                <a:gd name="csY23" fmla="*/ 159544 h 650875"/>
                <a:gd name="csX24" fmla="*/ 72542 w 613060"/>
                <a:gd name="csY24" fmla="*/ 76200 h 650875"/>
                <a:gd name="csX0" fmla="*/ 72542 w 613060"/>
                <a:gd name="csY0" fmla="*/ 76200 h 650875"/>
                <a:gd name="csX1" fmla="*/ 117941 w 613060"/>
                <a:gd name="csY1" fmla="*/ 61461 h 650875"/>
                <a:gd name="csX2" fmla="*/ 154607 w 613060"/>
                <a:gd name="csY2" fmla="*/ 69056 h 650875"/>
                <a:gd name="csX3" fmla="*/ 201128 w 613060"/>
                <a:gd name="csY3" fmla="*/ 16669 h 650875"/>
                <a:gd name="csX4" fmla="*/ 265424 w 613060"/>
                <a:gd name="csY4" fmla="*/ 0 h 650875"/>
                <a:gd name="csX5" fmla="*/ 317810 w 613060"/>
                <a:gd name="csY5" fmla="*/ 989 h 650875"/>
                <a:gd name="csX6" fmla="*/ 362502 w 613060"/>
                <a:gd name="csY6" fmla="*/ 28970 h 650875"/>
                <a:gd name="csX7" fmla="*/ 448984 w 613060"/>
                <a:gd name="csY7" fmla="*/ 43457 h 650875"/>
                <a:gd name="csX8" fmla="*/ 536711 w 613060"/>
                <a:gd name="csY8" fmla="*/ 112511 h 650875"/>
                <a:gd name="csX9" fmla="*/ 567322 w 613060"/>
                <a:gd name="csY9" fmla="*/ 211504 h 650875"/>
                <a:gd name="csX10" fmla="*/ 572808 w 613060"/>
                <a:gd name="csY10" fmla="*/ 347663 h 650875"/>
                <a:gd name="csX11" fmla="*/ 521147 w 613060"/>
                <a:gd name="csY11" fmla="*/ 402234 h 650875"/>
                <a:gd name="csX12" fmla="*/ 468947 w 613060"/>
                <a:gd name="csY12" fmla="*/ 417314 h 650875"/>
                <a:gd name="csX13" fmla="*/ 543871 w 613060"/>
                <a:gd name="csY13" fmla="*/ 457991 h 650875"/>
                <a:gd name="csX14" fmla="*/ 590579 w 613060"/>
                <a:gd name="csY14" fmla="*/ 512563 h 650875"/>
                <a:gd name="csX15" fmla="*/ 605420 w 613060"/>
                <a:gd name="csY15" fmla="*/ 650875 h 650875"/>
                <a:gd name="csX16" fmla="*/ 0 w 613060"/>
                <a:gd name="csY16" fmla="*/ 650647 h 650875"/>
                <a:gd name="csX17" fmla="*/ 10629 w 613060"/>
                <a:gd name="csY17" fmla="*/ 573880 h 650875"/>
                <a:gd name="csX18" fmla="*/ 70159 w 613060"/>
                <a:gd name="csY18" fmla="*/ 528638 h 650875"/>
                <a:gd name="csX19" fmla="*/ 67778 w 613060"/>
                <a:gd name="csY19" fmla="*/ 495300 h 650875"/>
                <a:gd name="csX20" fmla="*/ 110641 w 613060"/>
                <a:gd name="csY20" fmla="*/ 447675 h 650875"/>
                <a:gd name="csX21" fmla="*/ 39204 w 613060"/>
                <a:gd name="csY21" fmla="*/ 381000 h 650875"/>
                <a:gd name="csX22" fmla="*/ 20155 w 613060"/>
                <a:gd name="csY22" fmla="*/ 302418 h 650875"/>
                <a:gd name="csX23" fmla="*/ 34441 w 613060"/>
                <a:gd name="csY23" fmla="*/ 159544 h 650875"/>
                <a:gd name="csX24" fmla="*/ 72542 w 613060"/>
                <a:gd name="csY24" fmla="*/ 76200 h 650875"/>
                <a:gd name="csX0" fmla="*/ 72542 w 613060"/>
                <a:gd name="csY0" fmla="*/ 76200 h 650875"/>
                <a:gd name="csX1" fmla="*/ 117941 w 613060"/>
                <a:gd name="csY1" fmla="*/ 61461 h 650875"/>
                <a:gd name="csX2" fmla="*/ 154607 w 613060"/>
                <a:gd name="csY2" fmla="*/ 69056 h 650875"/>
                <a:gd name="csX3" fmla="*/ 201128 w 613060"/>
                <a:gd name="csY3" fmla="*/ 16669 h 650875"/>
                <a:gd name="csX4" fmla="*/ 265424 w 613060"/>
                <a:gd name="csY4" fmla="*/ 0 h 650875"/>
                <a:gd name="csX5" fmla="*/ 317810 w 613060"/>
                <a:gd name="csY5" fmla="*/ 989 h 650875"/>
                <a:gd name="csX6" fmla="*/ 362502 w 613060"/>
                <a:gd name="csY6" fmla="*/ 28970 h 650875"/>
                <a:gd name="csX7" fmla="*/ 448984 w 613060"/>
                <a:gd name="csY7" fmla="*/ 43457 h 650875"/>
                <a:gd name="csX8" fmla="*/ 536711 w 613060"/>
                <a:gd name="csY8" fmla="*/ 112511 h 650875"/>
                <a:gd name="csX9" fmla="*/ 567322 w 613060"/>
                <a:gd name="csY9" fmla="*/ 211504 h 650875"/>
                <a:gd name="csX10" fmla="*/ 572808 w 613060"/>
                <a:gd name="csY10" fmla="*/ 347663 h 650875"/>
                <a:gd name="csX11" fmla="*/ 521147 w 613060"/>
                <a:gd name="csY11" fmla="*/ 402234 h 650875"/>
                <a:gd name="csX12" fmla="*/ 468947 w 613060"/>
                <a:gd name="csY12" fmla="*/ 417314 h 650875"/>
                <a:gd name="csX13" fmla="*/ 543871 w 613060"/>
                <a:gd name="csY13" fmla="*/ 457991 h 650875"/>
                <a:gd name="csX14" fmla="*/ 590579 w 613060"/>
                <a:gd name="csY14" fmla="*/ 512563 h 650875"/>
                <a:gd name="csX15" fmla="*/ 605420 w 613060"/>
                <a:gd name="csY15" fmla="*/ 650875 h 650875"/>
                <a:gd name="csX16" fmla="*/ 0 w 613060"/>
                <a:gd name="csY16" fmla="*/ 650647 h 650875"/>
                <a:gd name="csX17" fmla="*/ 10629 w 613060"/>
                <a:gd name="csY17" fmla="*/ 573880 h 650875"/>
                <a:gd name="csX18" fmla="*/ 70159 w 613060"/>
                <a:gd name="csY18" fmla="*/ 528638 h 650875"/>
                <a:gd name="csX19" fmla="*/ 67778 w 613060"/>
                <a:gd name="csY19" fmla="*/ 495300 h 650875"/>
                <a:gd name="csX20" fmla="*/ 110641 w 613060"/>
                <a:gd name="csY20" fmla="*/ 447675 h 650875"/>
                <a:gd name="csX21" fmla="*/ 39204 w 613060"/>
                <a:gd name="csY21" fmla="*/ 381000 h 650875"/>
                <a:gd name="csX22" fmla="*/ 20155 w 613060"/>
                <a:gd name="csY22" fmla="*/ 302418 h 650875"/>
                <a:gd name="csX23" fmla="*/ 34441 w 613060"/>
                <a:gd name="csY23" fmla="*/ 159544 h 650875"/>
                <a:gd name="csX24" fmla="*/ 72542 w 613060"/>
                <a:gd name="csY24" fmla="*/ 76200 h 6508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13060" h="650875">
                  <a:moveTo>
                    <a:pt x="72542" y="76200"/>
                  </a:moveTo>
                  <a:cubicBezTo>
                    <a:pt x="87675" y="71287"/>
                    <a:pt x="94009" y="63595"/>
                    <a:pt x="117941" y="61461"/>
                  </a:cubicBezTo>
                  <a:lnTo>
                    <a:pt x="154607" y="69056"/>
                  </a:lnTo>
                  <a:cubicBezTo>
                    <a:pt x="176468" y="55762"/>
                    <a:pt x="179266" y="32742"/>
                    <a:pt x="201128" y="16669"/>
                  </a:cubicBezTo>
                  <a:lnTo>
                    <a:pt x="265424" y="0"/>
                  </a:lnTo>
                  <a:lnTo>
                    <a:pt x="317810" y="989"/>
                  </a:lnTo>
                  <a:cubicBezTo>
                    <a:pt x="332707" y="10316"/>
                    <a:pt x="347605" y="8529"/>
                    <a:pt x="362502" y="28970"/>
                  </a:cubicBezTo>
                  <a:cubicBezTo>
                    <a:pt x="398662" y="31020"/>
                    <a:pt x="420157" y="38628"/>
                    <a:pt x="448984" y="43457"/>
                  </a:cubicBezTo>
                  <a:lnTo>
                    <a:pt x="536711" y="112511"/>
                  </a:lnTo>
                  <a:cubicBezTo>
                    <a:pt x="568913" y="142731"/>
                    <a:pt x="568851" y="178506"/>
                    <a:pt x="567322" y="211504"/>
                  </a:cubicBezTo>
                  <a:cubicBezTo>
                    <a:pt x="569151" y="256890"/>
                    <a:pt x="584178" y="264766"/>
                    <a:pt x="572808" y="347663"/>
                  </a:cubicBezTo>
                  <a:cubicBezTo>
                    <a:pt x="539456" y="385767"/>
                    <a:pt x="553033" y="403030"/>
                    <a:pt x="521147" y="402234"/>
                  </a:cubicBezTo>
                  <a:cubicBezTo>
                    <a:pt x="494947" y="404483"/>
                    <a:pt x="486347" y="412287"/>
                    <a:pt x="468947" y="417314"/>
                  </a:cubicBezTo>
                  <a:cubicBezTo>
                    <a:pt x="507121" y="433189"/>
                    <a:pt x="529162" y="440727"/>
                    <a:pt x="543871" y="457991"/>
                  </a:cubicBezTo>
                  <a:cubicBezTo>
                    <a:pt x="559440" y="476182"/>
                    <a:pt x="544213" y="486036"/>
                    <a:pt x="590579" y="512563"/>
                  </a:cubicBezTo>
                  <a:cubicBezTo>
                    <a:pt x="592593" y="558205"/>
                    <a:pt x="628337" y="605234"/>
                    <a:pt x="605420" y="650875"/>
                  </a:cubicBezTo>
                  <a:lnTo>
                    <a:pt x="0" y="650647"/>
                  </a:lnTo>
                  <a:cubicBezTo>
                    <a:pt x="1588" y="624595"/>
                    <a:pt x="1708" y="601321"/>
                    <a:pt x="10629" y="573880"/>
                  </a:cubicBezTo>
                  <a:cubicBezTo>
                    <a:pt x="61270" y="561578"/>
                    <a:pt x="50316" y="543719"/>
                    <a:pt x="70159" y="528638"/>
                  </a:cubicBezTo>
                  <a:lnTo>
                    <a:pt x="67778" y="495300"/>
                  </a:lnTo>
                  <a:cubicBezTo>
                    <a:pt x="87932" y="482204"/>
                    <a:pt x="96353" y="463550"/>
                    <a:pt x="110641" y="447675"/>
                  </a:cubicBezTo>
                  <a:cubicBezTo>
                    <a:pt x="113850" y="409969"/>
                    <a:pt x="54285" y="405210"/>
                    <a:pt x="39204" y="381000"/>
                  </a:cubicBezTo>
                  <a:cubicBezTo>
                    <a:pt x="24123" y="356791"/>
                    <a:pt x="24521" y="337343"/>
                    <a:pt x="20155" y="302418"/>
                  </a:cubicBezTo>
                  <a:cubicBezTo>
                    <a:pt x="24917" y="254793"/>
                    <a:pt x="9147" y="218283"/>
                    <a:pt x="34441" y="159544"/>
                  </a:cubicBezTo>
                  <a:cubicBezTo>
                    <a:pt x="47141" y="131763"/>
                    <a:pt x="52509" y="102592"/>
                    <a:pt x="72542" y="76200"/>
                  </a:cubicBezTo>
                  <a:close/>
                </a:path>
              </a:pathLst>
            </a:custGeom>
            <a:solidFill>
              <a:srgbClr val="663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15" name="Picture 14" descr="A close up of a dog's face&#10;&#10;AI-generated content may be incorrect.">
            <a:extLst>
              <a:ext uri="{FF2B5EF4-FFF2-40B4-BE49-F238E27FC236}">
                <a16:creationId xmlns:a16="http://schemas.microsoft.com/office/drawing/2014/main" id="{BC60642B-381F-49D5-B721-A9BD641D0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014" y="1104805"/>
            <a:ext cx="1257475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30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1712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Mutts.png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 McLaren</dc:creator>
  <cp:lastModifiedBy>Rob McLaren</cp:lastModifiedBy>
  <cp:revision>1</cp:revision>
  <dcterms:created xsi:type="dcterms:W3CDTF">2025-12-24T12:13:28Z</dcterms:created>
  <dcterms:modified xsi:type="dcterms:W3CDTF">2025-12-25T16:45:46Z</dcterms:modified>
</cp:coreProperties>
</file>