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7EFF7-DEAD-8472-809F-32B521152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4E9340-4195-2AC1-45DA-DFC6FB65D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0CE03-591A-2479-599E-34ABE418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12733-19FE-7DEA-D121-1D36D1F5E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1A0C1-7E4C-1ABC-2803-192601A6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7223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A99A-A988-794E-35A4-A8F87525A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28692-227D-B02A-6375-88D4A0EB3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C3D52-37B1-C33F-6F76-5B787FA80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FC7F0-71D8-E122-2430-7664117E2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1C488-E858-0B66-6534-FCC4116C8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3632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6DFF4-CD7D-7F62-B625-292BB7894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445D3-62A6-27CE-1187-3C937BFE2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0B1F3-2D23-4F97-6BCE-34C34DA2B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763BE-51BA-D01E-09E3-BD76E42D2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A2F77-006D-9434-43BA-9C07F484A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3557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E9E38-0E67-7A59-3DA5-43C249CA9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20F6E-51D8-BE4C-68E6-2DC58B067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C1D8D-54DB-2161-1FF8-D16B89A16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BE428-2351-31A1-A55E-87CDF8FC5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F73E7-AEF9-1EBF-425F-DB7E3F79A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09F12-24A1-E07C-D388-37E2DBB0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0857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FCEF2-D103-1E97-8E2C-74705B61A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A3756-53DE-2235-9F37-E652D8090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98992-C60C-AA0E-1F4E-1C740F87B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E08784-4909-C90D-37EE-6139EC0483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34F83F-0147-362C-CFF0-4CEDDEB8A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D7DE4F-B540-31B2-1FFC-7DDADB423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227381-B5D5-C243-DD36-E651F886C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4BC7EF-2AD4-B3B5-8939-8EC20B58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5918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B3AA7-E34A-F38C-98DD-FC926A276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8FFD5B-32A9-EB74-4047-C8B824BF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F4F89D-F07D-E6B8-C7C7-051AE367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247D2-F0DA-6746-6DE4-08FEA127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60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9D81B-10E4-8E0E-AE75-C6273906E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6CB03-9AE7-F925-635E-0B4E5D771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81FFB-2AB4-395D-4D27-0BEB3350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4260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AE3CF-B405-F89F-A915-5545FC9C5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9A91E-BDDC-40C7-E9C5-DEA0D3069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9C30D-FA3D-7575-1D6B-4934F75F6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2C08B-D284-934D-614A-EB01DCD36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F88AE-8392-EE3C-C20A-E326C3F6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43EDB-B312-3183-1A07-793FED5E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45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3B4B-E7C6-115B-1897-A9B69D1C2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61BDD4-EAC3-88DC-A963-B9080DA1F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F1BD0-C5C8-24A1-70C2-AC4D82E23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62CBC-8951-623C-A768-750C98FD8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3E7EE-23C4-6A3D-F748-318D800F5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11B03-AE8D-4BB4-3C7A-7A2E3B622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483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F1A0B-2014-53E1-E201-2E11AB457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FB648-3753-8603-B014-FBBC3FDCB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B53FB-6EF6-772B-7D6F-E07E6C33F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33BE3-5E85-42EB-F76C-C8C787A75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FA102-A1AD-8A06-155C-4A73F3F3A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912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34D87B-BF8B-6943-C3C5-F8CA11F2DF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05F7B-6CF1-F7F2-B445-42D756BF9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B5335-2100-A8A2-6929-9EF538874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8DEE8-9B73-E23D-08F1-5BF66BB9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5B2CF-27DE-5693-D2FD-F1624FEFC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995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7B396-861C-2B65-9016-5B1A37C62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661F1-71FD-79FB-21D6-62F8C1953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52CB9-EEBA-A102-9C98-5721027C24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19382-D9C5-4A40-9083-606581D299B5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5BE7B-CC10-8C6E-FF45-8B983238A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531D5-CEDF-2D57-2C6C-1C98EBAED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9199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3EED9-35E0-12CB-3216-E56AED0C71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Meeting Notes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E8FEC-7B31-DFCB-319E-8926EDC4BA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/>
              <a:t>October 30, 2025</a:t>
            </a:r>
          </a:p>
        </p:txBody>
      </p:sp>
    </p:spTree>
    <p:extLst>
      <p:ext uri="{BB962C8B-B14F-4D97-AF65-F5344CB8AC3E}">
        <p14:creationId xmlns:p14="http://schemas.microsoft.com/office/powerpoint/2010/main" val="1040280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EF75D-B187-5B85-7C6E-7498AE82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197D2-39A9-B4E7-1003-21D436FF2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954"/>
            <a:ext cx="10515600" cy="4801009"/>
          </a:xfrm>
        </p:spPr>
        <p:txBody>
          <a:bodyPr>
            <a:normAutofit lnSpcReduction="10000"/>
          </a:bodyPr>
          <a:lstStyle/>
          <a:p>
            <a:r>
              <a:rPr lang="en-CA"/>
              <a:t>KAERI/KURT Report  (need to finalize the title)</a:t>
            </a:r>
          </a:p>
          <a:p>
            <a:pPr lvl="1"/>
            <a:r>
              <a:rPr lang="en-CA"/>
              <a:t>This is a LaTeX document being written on the fly as I develop the client model</a:t>
            </a:r>
          </a:p>
          <a:p>
            <a:pPr lvl="1"/>
            <a:r>
              <a:rPr lang="en-CA"/>
              <a:t>There is a lot of how-to QGIS information specific to client data</a:t>
            </a:r>
          </a:p>
          <a:p>
            <a:r>
              <a:rPr lang="en-CA"/>
              <a:t>MUT development (need to do a few more things and then freeze it)</a:t>
            </a:r>
          </a:p>
          <a:p>
            <a:pPr lvl="1"/>
            <a:r>
              <a:rPr lang="en-CA"/>
              <a:t>Triangular mesh generation </a:t>
            </a:r>
          </a:p>
          <a:p>
            <a:pPr lvl="2"/>
            <a:r>
              <a:rPr lang="en-CA"/>
              <a:t>MUT can now generate a triangular mesh inside a polygon (i.e. GridBuilder approach)</a:t>
            </a:r>
          </a:p>
          <a:p>
            <a:pPr lvl="2"/>
            <a:r>
              <a:rPr lang="en-CA"/>
              <a:t>MUT needs some routines for inputting mesh generation parameters and options </a:t>
            </a:r>
          </a:p>
          <a:p>
            <a:pPr lvl="1"/>
            <a:r>
              <a:rPr lang="en-CA"/>
              <a:t>Modularization</a:t>
            </a:r>
          </a:p>
          <a:p>
            <a:pPr lvl="2"/>
            <a:r>
              <a:rPr lang="en-CA"/>
              <a:t>A work in progress</a:t>
            </a:r>
          </a:p>
          <a:p>
            <a:pPr lvl="2"/>
            <a:r>
              <a:rPr lang="en-CA"/>
              <a:t>For now the focus is just to get the client model working which requires a bit of cleanup</a:t>
            </a:r>
          </a:p>
          <a:p>
            <a:r>
              <a:rPr lang="en-CA"/>
              <a:t>MUT User’s Guide Update</a:t>
            </a:r>
          </a:p>
          <a:p>
            <a:pPr lvl="1"/>
            <a:r>
              <a:rPr lang="en-CA"/>
              <a:t>Once development is frozen I need to go through the entire manual </a:t>
            </a:r>
          </a:p>
        </p:txBody>
      </p:sp>
    </p:spTree>
    <p:extLst>
      <p:ext uri="{BB962C8B-B14F-4D97-AF65-F5344CB8AC3E}">
        <p14:creationId xmlns:p14="http://schemas.microsoft.com/office/powerpoint/2010/main" val="2333652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E9BCF-2564-A2C8-C0E3-697989040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USGS_1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DA4DC-0428-FAC8-0A6D-A085F4B2A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output cell Vx, Vy, Vz components</a:t>
            </a:r>
          </a:p>
          <a:p>
            <a:r>
              <a:rPr lang="en-CA"/>
              <a:t>Fracture flow </a:t>
            </a:r>
          </a:p>
        </p:txBody>
      </p:sp>
    </p:spTree>
    <p:extLst>
      <p:ext uri="{BB962C8B-B14F-4D97-AF65-F5344CB8AC3E}">
        <p14:creationId xmlns:p14="http://schemas.microsoft.com/office/powerpoint/2010/main" val="401242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4A4303-0F9B-ABC8-03E9-DD6247758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435" y="0"/>
            <a:ext cx="826113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A06CE5-0BAD-2CC7-9D35-077C56BE4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17" y="563179"/>
            <a:ext cx="5334744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211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Meeting Notes</vt:lpstr>
      <vt:lpstr>Tasks</vt:lpstr>
      <vt:lpstr>USGS_1 Development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 McLaren</dc:creator>
  <cp:lastModifiedBy>Rob McLaren</cp:lastModifiedBy>
  <cp:revision>1</cp:revision>
  <dcterms:created xsi:type="dcterms:W3CDTF">2025-10-30T15:04:16Z</dcterms:created>
  <dcterms:modified xsi:type="dcterms:W3CDTF">2025-10-30T15:04:49Z</dcterms:modified>
</cp:coreProperties>
</file>