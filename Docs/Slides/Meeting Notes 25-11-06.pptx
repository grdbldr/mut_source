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65" r:id="rId6"/>
    <p:sldId id="264" r:id="rId7"/>
    <p:sldId id="266" r:id="rId8"/>
    <p:sldId id="267" r:id="rId9"/>
    <p:sldId id="260" r:id="rId10"/>
    <p:sldId id="261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EFF7-DEAD-8472-809F-32B521152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E9340-4195-2AC1-45DA-DFC6FB65D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CE03-591A-2479-599E-34ABE418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12733-19FE-7DEA-D121-1D36D1F5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1A0C1-7E4C-1ABC-2803-192601A6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223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A99A-A988-794E-35A4-A8F87525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8692-227D-B02A-6375-88D4A0EB3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C3D52-37B1-C33F-6F76-5B787FA8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FC7F0-71D8-E122-2430-7664117E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1C488-E858-0B66-6534-FCC4116C8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363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6DFF4-CD7D-7F62-B625-292BB789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445D3-62A6-27CE-1187-3C937BFE2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0B1F3-2D23-4F97-6BCE-34C34DA2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763BE-51BA-D01E-09E3-BD76E42D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A2F77-006D-9434-43BA-9C07F484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355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9E38-0E67-7A59-3DA5-43C249CA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20F6E-51D8-BE4C-68E6-2DC58B067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C1D8D-54DB-2161-1FF8-D16B89A16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BE428-2351-31A1-A55E-87CDF8FC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F73E7-AEF9-1EBF-425F-DB7E3F79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09F12-24A1-E07C-D388-37E2DBB0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85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CEF2-D103-1E97-8E2C-74705B61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A3756-53DE-2235-9F37-E652D8090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98992-C60C-AA0E-1F4E-1C740F87B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08784-4909-C90D-37EE-6139EC048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4F83F-0147-362C-CFF0-4CEDDEB8A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7DE4F-B540-31B2-1FFC-7DDADB42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27381-B5D5-C243-DD36-E651F886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BC7EF-2AD4-B3B5-8939-8EC20B58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91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3AA7-E34A-F38C-98DD-FC926A27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FFD5B-32A9-EB74-4047-C8B824BF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4F89D-F07D-E6B8-C7C7-051AE367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247D2-F0DA-6746-6DE4-08FEA127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60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9D81B-10E4-8E0E-AE75-C6273906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6CB03-9AE7-F925-635E-0B4E5D77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81FFB-2AB4-395D-4D27-0BEB3350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426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E3CF-B405-F89F-A915-5545FC9C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9A91E-BDDC-40C7-E9C5-DEA0D3069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9C30D-FA3D-7575-1D6B-4934F75F6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2C08B-D284-934D-614A-EB01DCD3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F88AE-8392-EE3C-C20A-E326C3F6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43EDB-B312-3183-1A07-793FED5E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5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3B4B-E7C6-115B-1897-A9B69D1C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1BDD4-EAC3-88DC-A963-B9080DA1F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F1BD0-C5C8-24A1-70C2-AC4D82E23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62CBC-8951-623C-A768-750C98FD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3E7EE-23C4-6A3D-F748-318D800F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11B03-AE8D-4BB4-3C7A-7A2E3B62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483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1A0B-2014-53E1-E201-2E11AB45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FB648-3753-8603-B014-FBBC3FDCB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B53FB-6EF6-772B-7D6F-E07E6C33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33BE3-5E85-42EB-F76C-C8C787A7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FA102-A1AD-8A06-155C-4A73F3F3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91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4D87B-BF8B-6943-C3C5-F8CA11F2D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05F7B-6CF1-F7F2-B445-42D756BF9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5335-2100-A8A2-6929-9EF53887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8DEE8-9B73-E23D-08F1-5BF66BB9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5B2CF-27DE-5693-D2FD-F1624FEF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995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7B396-861C-2B65-9016-5B1A37C62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661F1-71FD-79FB-21D6-62F8C1953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52CB9-EEBA-A102-9C98-5721027C2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19382-D9C5-4A40-9083-606581D299B5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5BE7B-CC10-8C6E-FF45-8B983238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531D5-CEDF-2D57-2C6C-1C98EBAED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F33CF-4974-460B-A86A-D0D08EB5FD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919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EED9-35E0-12CB-3216-E56AED0C7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Meeting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8FEC-7B31-DFCB-319E-8926EDC4B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/>
              <a:t>November 6, 2025</a:t>
            </a:r>
          </a:p>
        </p:txBody>
      </p:sp>
    </p:spTree>
    <p:extLst>
      <p:ext uri="{BB962C8B-B14F-4D97-AF65-F5344CB8AC3E}">
        <p14:creationId xmlns:p14="http://schemas.microsoft.com/office/powerpoint/2010/main" val="10402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F75D-B187-5B85-7C6E-7498AE82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MUT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97D2-39A9-B4E7-1003-21D436FF2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4801009"/>
          </a:xfrm>
        </p:spPr>
        <p:txBody>
          <a:bodyPr>
            <a:normAutofit/>
          </a:bodyPr>
          <a:lstStyle/>
          <a:p>
            <a:r>
              <a:rPr lang="en-CA"/>
              <a:t>Triangular mesh generation </a:t>
            </a:r>
          </a:p>
          <a:p>
            <a:pPr lvl="1"/>
            <a:r>
              <a:rPr lang="en-CA"/>
              <a:t>Generate a triangular mesh inside a polygon </a:t>
            </a:r>
          </a:p>
          <a:p>
            <a:pPr lvl="1"/>
            <a:r>
              <a:rPr lang="en-CA"/>
              <a:t>Refine the mesh within a polygon</a:t>
            </a:r>
          </a:p>
          <a:p>
            <a:pPr lvl="1"/>
            <a:r>
              <a:rPr lang="en-CA"/>
              <a:t>Add wells with some refinement </a:t>
            </a:r>
          </a:p>
        </p:txBody>
      </p:sp>
    </p:spTree>
    <p:extLst>
      <p:ext uri="{BB962C8B-B14F-4D97-AF65-F5344CB8AC3E}">
        <p14:creationId xmlns:p14="http://schemas.microsoft.com/office/powerpoint/2010/main" val="233365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B08294B-DBA4-D703-C9BC-B1E2E81D1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419" y="206391"/>
            <a:ext cx="6818811" cy="5024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6C2F42-D8CF-C05F-DF3B-016996655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008" y="2718814"/>
            <a:ext cx="3448531" cy="3124636"/>
          </a:xfrm>
          <a:prstGeom prst="rect">
            <a:avLst/>
          </a:prstGeom>
          <a:ln w="50800">
            <a:solidFill>
              <a:schemeClr val="accent2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02B0CF-910B-F093-C635-22751EA9BBF5}"/>
              </a:ext>
            </a:extLst>
          </p:cNvPr>
          <p:cNvSpPr/>
          <p:nvPr/>
        </p:nvSpPr>
        <p:spPr>
          <a:xfrm>
            <a:off x="6015037" y="590550"/>
            <a:ext cx="161925" cy="173628"/>
          </a:xfrm>
          <a:prstGeom prst="rect">
            <a:avLst/>
          </a:prstGeom>
          <a:noFill/>
          <a:ln w="412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F072C-0E4F-76B6-1247-16263258F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75" y="1323975"/>
            <a:ext cx="2804319" cy="3044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AE6F6C-B32D-6C97-E854-E307F7ED1E23}"/>
              </a:ext>
            </a:extLst>
          </p:cNvPr>
          <p:cNvSpPr txBox="1"/>
          <p:nvPr/>
        </p:nvSpPr>
        <p:spPr>
          <a:xfrm>
            <a:off x="7820025" y="2238375"/>
            <a:ext cx="422949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CA"/>
              <a:t>Removed 1 short segment in Site boundary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ECEDD6-CE21-5A50-C65F-634323DB3CC9}"/>
              </a:ext>
            </a:extLst>
          </p:cNvPr>
          <p:cNvCxnSpPr/>
          <p:nvPr/>
        </p:nvCxnSpPr>
        <p:spPr>
          <a:xfrm>
            <a:off x="2105025" y="2152650"/>
            <a:ext cx="12954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9D8103-6029-4CCA-05B0-F56BDF8CC075}"/>
              </a:ext>
            </a:extLst>
          </p:cNvPr>
          <p:cNvCxnSpPr>
            <a:cxnSpLocks/>
          </p:cNvCxnSpPr>
          <p:nvPr/>
        </p:nvCxnSpPr>
        <p:spPr>
          <a:xfrm flipV="1">
            <a:off x="1562372" y="1809750"/>
            <a:ext cx="6343378" cy="1667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DC18D0-0554-61B3-F2DD-39BEA2A159B9}"/>
              </a:ext>
            </a:extLst>
          </p:cNvPr>
          <p:cNvCxnSpPr>
            <a:cxnSpLocks/>
          </p:cNvCxnSpPr>
          <p:nvPr/>
        </p:nvCxnSpPr>
        <p:spPr>
          <a:xfrm>
            <a:off x="1533525" y="3477630"/>
            <a:ext cx="3261519" cy="351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B639D1-0EC5-CCF1-0DD6-5D06866D0A22}"/>
              </a:ext>
            </a:extLst>
          </p:cNvPr>
          <p:cNvCxnSpPr>
            <a:cxnSpLocks/>
          </p:cNvCxnSpPr>
          <p:nvPr/>
        </p:nvCxnSpPr>
        <p:spPr>
          <a:xfrm>
            <a:off x="1990725" y="3038475"/>
            <a:ext cx="3314700" cy="84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8F3D4B-4998-874A-E0A7-B2C226B1CEDA}"/>
              </a:ext>
            </a:extLst>
          </p:cNvPr>
          <p:cNvCxnSpPr>
            <a:cxnSpLocks/>
          </p:cNvCxnSpPr>
          <p:nvPr/>
        </p:nvCxnSpPr>
        <p:spPr>
          <a:xfrm flipV="1">
            <a:off x="1562372" y="1914525"/>
            <a:ext cx="2339355" cy="1561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8DA644-C886-A3D3-2867-A3185D1AD092}"/>
              </a:ext>
            </a:extLst>
          </p:cNvPr>
          <p:cNvCxnSpPr>
            <a:cxnSpLocks/>
          </p:cNvCxnSpPr>
          <p:nvPr/>
        </p:nvCxnSpPr>
        <p:spPr>
          <a:xfrm flipV="1">
            <a:off x="1524272" y="1249953"/>
            <a:ext cx="4314552" cy="2250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0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1577B5-F9A3-A84C-E117-449609A19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413" y="0"/>
            <a:ext cx="950158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6FE201-EA2D-C549-7CBF-A3A0A286C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00" y="1329734"/>
            <a:ext cx="3000794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7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8B9BFA-539D-5EFB-0BA1-523BAEFEC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282" y="789915"/>
            <a:ext cx="6031881" cy="507305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478C24-8B02-3B62-2D21-7EDC7A87438A}"/>
              </a:ext>
            </a:extLst>
          </p:cNvPr>
          <p:cNvSpPr txBox="1">
            <a:spLocks/>
          </p:cNvSpPr>
          <p:nvPr/>
        </p:nvSpPr>
        <p:spPr>
          <a:xfrm>
            <a:off x="390525" y="480604"/>
            <a:ext cx="2762250" cy="48010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/>
              <a:t>Delaunay triangulation can be done inside QGIS</a:t>
            </a:r>
          </a:p>
        </p:txBody>
      </p:sp>
    </p:spTree>
    <p:extLst>
      <p:ext uri="{BB962C8B-B14F-4D97-AF65-F5344CB8AC3E}">
        <p14:creationId xmlns:p14="http://schemas.microsoft.com/office/powerpoint/2010/main" val="2926622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62C39D-55ED-E856-3C2B-71933EEDF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495" y="771525"/>
            <a:ext cx="6214580" cy="508192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3E99DB-F7B2-3E91-84FC-46F803C02A18}"/>
              </a:ext>
            </a:extLst>
          </p:cNvPr>
          <p:cNvSpPr txBox="1">
            <a:spLocks/>
          </p:cNvSpPr>
          <p:nvPr/>
        </p:nvSpPr>
        <p:spPr>
          <a:xfrm>
            <a:off x="390525" y="480604"/>
            <a:ext cx="2762250" cy="48010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/>
              <a:t>Node coordinates can be exported from Tecplot and imported to QGIS</a:t>
            </a:r>
          </a:p>
        </p:txBody>
      </p:sp>
    </p:spTree>
    <p:extLst>
      <p:ext uri="{BB962C8B-B14F-4D97-AF65-F5344CB8AC3E}">
        <p14:creationId xmlns:p14="http://schemas.microsoft.com/office/powerpoint/2010/main" val="336971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AE3584-44CB-C503-04FD-A420E1C4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377" y="832318"/>
            <a:ext cx="5881023" cy="5084089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ED83D7-6E87-81EF-6F36-1EAD3ED7E7F1}"/>
              </a:ext>
            </a:extLst>
          </p:cNvPr>
          <p:cNvSpPr txBox="1">
            <a:spLocks/>
          </p:cNvSpPr>
          <p:nvPr/>
        </p:nvSpPr>
        <p:spPr>
          <a:xfrm>
            <a:off x="390525" y="480604"/>
            <a:ext cx="2762250" cy="48010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/>
              <a:t>Also Voronoi polygons</a:t>
            </a:r>
          </a:p>
        </p:txBody>
      </p:sp>
    </p:spTree>
    <p:extLst>
      <p:ext uri="{BB962C8B-B14F-4D97-AF65-F5344CB8AC3E}">
        <p14:creationId xmlns:p14="http://schemas.microsoft.com/office/powerpoint/2010/main" val="312664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0BC978-19CD-8896-ED2D-ABB65D7F8CCF}"/>
              </a:ext>
            </a:extLst>
          </p:cNvPr>
          <p:cNvSpPr txBox="1"/>
          <p:nvPr/>
        </p:nvSpPr>
        <p:spPr>
          <a:xfrm>
            <a:off x="523875" y="51426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/>
              <a:t>Modularization</a:t>
            </a:r>
          </a:p>
          <a:p>
            <a:pPr lvl="1"/>
            <a:r>
              <a:rPr lang="en-CA"/>
              <a:t>A work in progress</a:t>
            </a:r>
          </a:p>
          <a:p>
            <a:pPr lvl="1"/>
            <a:r>
              <a:rPr lang="en-CA"/>
              <a:t>For now the focus is just to get the client model working which requires a bit of cleanup</a:t>
            </a:r>
          </a:p>
        </p:txBody>
      </p:sp>
    </p:spTree>
    <p:extLst>
      <p:ext uri="{BB962C8B-B14F-4D97-AF65-F5344CB8AC3E}">
        <p14:creationId xmlns:p14="http://schemas.microsoft.com/office/powerpoint/2010/main" val="2295966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BF4D-F370-859A-DFA5-593B86BD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DEE8-3FCA-6103-673F-80F1F11B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MUT User’s Guide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B28A-F4AC-A9E4-4C5A-25B2144B4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4801009"/>
          </a:xfrm>
        </p:spPr>
        <p:txBody>
          <a:bodyPr>
            <a:normAutofit/>
          </a:bodyPr>
          <a:lstStyle/>
          <a:p>
            <a:pPr lvl="1"/>
            <a:r>
              <a:rPr lang="en-CA"/>
              <a:t>Once development is frozen I need to go through the entire manual </a:t>
            </a:r>
          </a:p>
        </p:txBody>
      </p:sp>
    </p:spTree>
    <p:extLst>
      <p:ext uri="{BB962C8B-B14F-4D97-AF65-F5344CB8AC3E}">
        <p14:creationId xmlns:p14="http://schemas.microsoft.com/office/powerpoint/2010/main" val="1732967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16677-2AE8-36CC-930F-A95389E4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B91B-4ED3-F5F7-11AB-020B59FE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KURT Report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49DD2-AA14-CF02-C396-8AD890BD2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4801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/>
              <a:t>This is a LaTeX document being written on the fly as I develop the client model</a:t>
            </a:r>
          </a:p>
          <a:p>
            <a:pPr lvl="1"/>
            <a:r>
              <a:rPr lang="en-CA"/>
              <a:t>There is a lot of how-to QGIS information specific to client data</a:t>
            </a:r>
          </a:p>
        </p:txBody>
      </p:sp>
    </p:spTree>
    <p:extLst>
      <p:ext uri="{BB962C8B-B14F-4D97-AF65-F5344CB8AC3E}">
        <p14:creationId xmlns:p14="http://schemas.microsoft.com/office/powerpoint/2010/main" val="2057373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9BCF-2564-A2C8-C0E3-69798904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USGS_1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DA4DC-0428-FAC8-0A6D-A085F4B2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output cell Vx, Vy, Vz components</a:t>
            </a:r>
          </a:p>
          <a:p>
            <a:r>
              <a:rPr lang="en-CA"/>
              <a:t>Fracture flow </a:t>
            </a:r>
          </a:p>
        </p:txBody>
      </p:sp>
    </p:spTree>
    <p:extLst>
      <p:ext uri="{BB962C8B-B14F-4D97-AF65-F5344CB8AC3E}">
        <p14:creationId xmlns:p14="http://schemas.microsoft.com/office/powerpoint/2010/main" val="4012420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4A4303-0F9B-ABC8-03E9-DD6247758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435" y="0"/>
            <a:ext cx="826113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06CE5-0BAD-2CC7-9D35-077C56BE4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17" y="563179"/>
            <a:ext cx="5334744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21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140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Meeting Notes</vt:lpstr>
      <vt:lpstr>MUT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MUT User’s Guide Update</vt:lpstr>
      <vt:lpstr>KURT Report  </vt:lpstr>
      <vt:lpstr>USGS_1 Development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McLaren</dc:creator>
  <cp:lastModifiedBy>Rob McLaren</cp:lastModifiedBy>
  <cp:revision>3</cp:revision>
  <dcterms:created xsi:type="dcterms:W3CDTF">2025-10-30T15:04:16Z</dcterms:created>
  <dcterms:modified xsi:type="dcterms:W3CDTF">2025-11-06T16:59:54Z</dcterms:modified>
</cp:coreProperties>
</file>