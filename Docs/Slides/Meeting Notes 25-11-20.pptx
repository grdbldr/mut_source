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72" r:id="rId5"/>
    <p:sldId id="270" r:id="rId6"/>
    <p:sldId id="271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EFF7-DEAD-8472-809F-32B521152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E9340-4195-2AC1-45DA-DFC6FB65D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CE03-591A-2479-599E-34ABE418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12733-19FE-7DEA-D121-1D36D1F5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1A0C1-7E4C-1ABC-2803-192601A6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22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A99A-A988-794E-35A4-A8F87525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8692-227D-B02A-6375-88D4A0EB3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C3D52-37B1-C33F-6F76-5B787FA8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FC7F0-71D8-E122-2430-7664117E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C488-E858-0B66-6534-FCC4116C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363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DFF4-CD7D-7F62-B625-292BB789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445D3-62A6-27CE-1187-3C937BFE2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0B1F3-2D23-4F97-6BCE-34C34DA2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763BE-51BA-D01E-09E3-BD76E42D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A2F77-006D-9434-43BA-9C07F484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35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9E38-0E67-7A59-3DA5-43C249CA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20F6E-51D8-BE4C-68E6-2DC58B067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C1D8D-54DB-2161-1FF8-D16B89A16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BE428-2351-31A1-A55E-87CDF8FC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F73E7-AEF9-1EBF-425F-DB7E3F79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09F12-24A1-E07C-D388-37E2DBB0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85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CEF2-D103-1E97-8E2C-74705B61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A3756-53DE-2235-9F37-E652D809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98992-C60C-AA0E-1F4E-1C740F87B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08784-4909-C90D-37EE-6139EC048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4F83F-0147-362C-CFF0-4CEDDEB8A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7DE4F-B540-31B2-1FFC-7DDADB42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27381-B5D5-C243-DD36-E651F886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BC7EF-2AD4-B3B5-8939-8EC20B58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91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3AA7-E34A-F38C-98DD-FC926A27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FFD5B-32A9-EB74-4047-C8B824BF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4F89D-F07D-E6B8-C7C7-051AE367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247D2-F0DA-6746-6DE4-08FEA127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60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9D81B-10E4-8E0E-AE75-C6273906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6CB03-9AE7-F925-635E-0B4E5D77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81FFB-2AB4-395D-4D27-0BEB3350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426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E3CF-B405-F89F-A915-5545FC9C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A91E-BDDC-40C7-E9C5-DEA0D3069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9C30D-FA3D-7575-1D6B-4934F75F6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2C08B-D284-934D-614A-EB01DCD3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F88AE-8392-EE3C-C20A-E326C3F6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43EDB-B312-3183-1A07-793FED5E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5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3B4B-E7C6-115B-1897-A9B69D1C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1BDD4-EAC3-88DC-A963-B9080DA1F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F1BD0-C5C8-24A1-70C2-AC4D82E23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62CBC-8951-623C-A768-750C98FD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3E7EE-23C4-6A3D-F748-318D800F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11B03-AE8D-4BB4-3C7A-7A2E3B62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483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1A0B-2014-53E1-E201-2E11AB45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FB648-3753-8603-B014-FBBC3FDCB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B53FB-6EF6-772B-7D6F-E07E6C33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33BE3-5E85-42EB-F76C-C8C787A7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FA102-A1AD-8A06-155C-4A73F3F3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91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4D87B-BF8B-6943-C3C5-F8CA11F2D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05F7B-6CF1-F7F2-B445-42D756BF9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5335-2100-A8A2-6929-9EF53887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8DEE8-9B73-E23D-08F1-5BF66BB9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5B2CF-27DE-5693-D2FD-F1624FEF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995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7B396-861C-2B65-9016-5B1A37C62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661F1-71FD-79FB-21D6-62F8C195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2CB9-EEBA-A102-9C98-5721027C2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19382-D9C5-4A40-9083-606581D299B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5BE7B-CC10-8C6E-FF45-8B983238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531D5-CEDF-2D57-2C6C-1C98EBAED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919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EED9-35E0-12CB-3216-E56AED0C7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Meeting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8FEC-7B31-DFCB-319E-8926EDC4B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November 20, 2025</a:t>
            </a:r>
          </a:p>
        </p:txBody>
      </p:sp>
    </p:spTree>
    <p:extLst>
      <p:ext uri="{BB962C8B-B14F-4D97-AF65-F5344CB8AC3E}">
        <p14:creationId xmlns:p14="http://schemas.microsoft.com/office/powerpoint/2010/main" val="10402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5B38-BB87-CE41-BE39-EF0F04A2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5C72-2AFD-D0D5-C3D8-3746A4CC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MUT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C504-D76C-666F-1117-D89360FBC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4801009"/>
          </a:xfrm>
        </p:spPr>
        <p:txBody>
          <a:bodyPr>
            <a:normAutofit fontScale="92500" lnSpcReduction="20000"/>
          </a:bodyPr>
          <a:lstStyle/>
          <a:p>
            <a:r>
              <a:rPr lang="en-CA"/>
              <a:t>Binary mesh save and read subroutines added</a:t>
            </a:r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r>
              <a:rPr lang="en-CA"/>
              <a:t>Write mesh node and element CSV files for import to QGIS</a:t>
            </a:r>
          </a:p>
          <a:p>
            <a:r>
              <a:rPr lang="en-CA"/>
              <a:t>Final/Initial heads </a:t>
            </a:r>
          </a:p>
          <a:p>
            <a:pPr lvl="1"/>
            <a:r>
              <a:rPr lang="en-CA"/>
              <a:t>When post-processing Modflow outputs final heads are written to a csv file e.g. GWF_FinalHeads.csv</a:t>
            </a:r>
          </a:p>
          <a:p>
            <a:pPr lvl="1"/>
            <a:r>
              <a:rPr lang="en-CA"/>
              <a:t> This can be used to read initial heads for a new run  e.g.</a:t>
            </a:r>
          </a:p>
          <a:p>
            <a:pPr lvl="1"/>
            <a:endParaRPr lang="en-CA"/>
          </a:p>
          <a:p>
            <a:pPr lvl="1"/>
            <a:endParaRPr lang="en-CA"/>
          </a:p>
          <a:p>
            <a:pPr lvl="1"/>
            <a:r>
              <a:rPr lang="en-CA"/>
              <a:t>Written Tecplot output could still be used to re-start from intermediate head 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060FE-B280-A156-F1E7-5063E21DB8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41" b="19235"/>
          <a:stretch>
            <a:fillRect/>
          </a:stretch>
        </p:blipFill>
        <p:spPr>
          <a:xfrm>
            <a:off x="1565824" y="5029199"/>
            <a:ext cx="5125165" cy="390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B23407-8D21-F518-293F-F1E92AE82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593" y="1857156"/>
            <a:ext cx="4039164" cy="1571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27B4B4-C250-4CC2-EE09-D4065878CB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983" b="25537"/>
          <a:stretch>
            <a:fillRect/>
          </a:stretch>
        </p:blipFill>
        <p:spPr>
          <a:xfrm>
            <a:off x="4947830" y="1943100"/>
            <a:ext cx="5839640" cy="2190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41B6BA-C19E-69F8-DB68-AE8AC7C8CC5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724275" y="2052638"/>
            <a:ext cx="1223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28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DD40-A397-DC51-4BA1-81A6FF5C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Observation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B73710-AA7B-1F39-0C13-B980D6701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779032"/>
            <a:ext cx="4115374" cy="1409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496B90-68DE-F126-AF1D-9635546AE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4" y="365126"/>
            <a:ext cx="4962525" cy="5870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7CB63B-C21C-2939-53DB-1B373ABD4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445" y="4933332"/>
            <a:ext cx="3905795" cy="16861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3699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AB3357-EDCD-4821-12C8-D38D5452C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78FB9-82DB-3CB9-5624-9FAE368E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328" y="2371725"/>
            <a:ext cx="2589765" cy="35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2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F747-10A2-FC0A-F3DA-7FAFF9E918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62100" y="365125"/>
            <a:ext cx="8953500" cy="1325563"/>
          </a:xfrm>
        </p:spPr>
        <p:txBody>
          <a:bodyPr/>
          <a:lstStyle/>
          <a:p>
            <a:r>
              <a:rPr lang="en-CA"/>
              <a:t>Average Rainfall Spin-up Run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EB82E-B393-0C74-3902-16E5B367B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903" y="1690688"/>
            <a:ext cx="5883756" cy="405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6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8ACA48-0CC7-E630-B141-259056EA1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1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F087-557D-94BD-0B61-F71D8B65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AC2E-9898-80C2-F17E-C0618EADC4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62100" y="365125"/>
            <a:ext cx="8953500" cy="1325563"/>
          </a:xfrm>
        </p:spPr>
        <p:txBody>
          <a:bodyPr/>
          <a:lstStyle/>
          <a:p>
            <a:r>
              <a:rPr lang="en-CA"/>
              <a:t>Daily Rainfall Run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E4CF4-3A18-8DB4-FB67-046F7EDD9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119" y="1690688"/>
            <a:ext cx="7729881" cy="459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A580F-9BBD-3335-65B7-6298C0A3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21" y="2438400"/>
            <a:ext cx="3536842" cy="22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7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75A28-3A4B-BC34-F7F3-DD4922DD5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992" y="0"/>
            <a:ext cx="7624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11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EF36F9-ABF3-F365-2BCF-735A2EDD9874}"/>
              </a:ext>
            </a:extLst>
          </p:cNvPr>
          <p:cNvSpPr txBox="1"/>
          <p:nvPr/>
        </p:nvSpPr>
        <p:spPr>
          <a:xfrm>
            <a:off x="2097406" y="809625"/>
            <a:ext cx="6503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Future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/>
              <a:t>CLN version of shaft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/>
              <a:t>Delaunay and Voronoi mesh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/>
              <a:t>2D Fractures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/>
              <a:t>Multiple domains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6806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105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Meeting Notes</vt:lpstr>
      <vt:lpstr>MUT development</vt:lpstr>
      <vt:lpstr>Observation Points</vt:lpstr>
      <vt:lpstr>PowerPoint Presentation</vt:lpstr>
      <vt:lpstr>Average Rainfall Spin-up Run</vt:lpstr>
      <vt:lpstr>PowerPoint Presentation</vt:lpstr>
      <vt:lpstr>Daily Rainfall Run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McLaren</dc:creator>
  <cp:lastModifiedBy>Rob McLaren</cp:lastModifiedBy>
  <cp:revision>5</cp:revision>
  <dcterms:created xsi:type="dcterms:W3CDTF">2025-10-30T15:04:16Z</dcterms:created>
  <dcterms:modified xsi:type="dcterms:W3CDTF">2025-11-20T15:52:08Z</dcterms:modified>
</cp:coreProperties>
</file>